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4400213" cy="115204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28">
          <p15:clr>
            <a:srgbClr val="A4A3A4"/>
          </p15:clr>
        </p15:guide>
        <p15:guide id="2" pos="453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jmSQEt/ItDfnY7DvGW+KefM98C5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70" d="100"/>
          <a:sy n="70" d="100"/>
        </p:scale>
        <p:origin x="1140" y="-176"/>
      </p:cViewPr>
      <p:guideLst>
        <p:guide orient="horz" pos="3628"/>
        <p:guide pos="45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501227" y="1143000"/>
            <a:ext cx="38556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2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501775" y="1143000"/>
            <a:ext cx="38544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080000" y="3578668"/>
            <a:ext cx="12240000" cy="24693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700"/>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17" name="Google Shape;17;p3"/>
          <p:cNvSpPr txBox="1">
            <a:spLocks noGrp="1"/>
          </p:cNvSpPr>
          <p:nvPr>
            <p:ph type="subTitle" idx="1"/>
          </p:nvPr>
        </p:nvSpPr>
        <p:spPr>
          <a:xfrm>
            <a:off x="2160001" y="6528000"/>
            <a:ext cx="10080000" cy="2943900"/>
          </a:xfrm>
          <a:prstGeom prst="rect">
            <a:avLst/>
          </a:prstGeom>
          <a:noFill/>
          <a:ln>
            <a:noFill/>
          </a:ln>
        </p:spPr>
        <p:txBody>
          <a:bodyPr spcFirstLastPara="1" wrap="square" lIns="169875" tIns="84925" rIns="169875" bIns="84925" anchor="t" anchorCtr="0">
            <a:normAutofit/>
          </a:bodyPr>
          <a:lstStyle>
            <a:lvl1pPr lvl="0" algn="ctr">
              <a:spcBef>
                <a:spcPts val="1200"/>
              </a:spcBef>
              <a:spcAft>
                <a:spcPts val="0"/>
              </a:spcAft>
              <a:buClr>
                <a:srgbClr val="888888"/>
              </a:buClr>
              <a:buSzPts val="5900"/>
              <a:buNone/>
              <a:defRPr>
                <a:solidFill>
                  <a:srgbClr val="888888"/>
                </a:solidFill>
              </a:defRPr>
            </a:lvl1pPr>
            <a:lvl2pPr lvl="1" algn="ctr">
              <a:spcBef>
                <a:spcPts val="1000"/>
              </a:spcBef>
              <a:spcAft>
                <a:spcPts val="0"/>
              </a:spcAft>
              <a:buClr>
                <a:srgbClr val="888888"/>
              </a:buClr>
              <a:buSzPts val="5200"/>
              <a:buNone/>
              <a:defRPr>
                <a:solidFill>
                  <a:srgbClr val="888888"/>
                </a:solidFill>
              </a:defRPr>
            </a:lvl2pPr>
            <a:lvl3pPr lvl="2" algn="ctr">
              <a:spcBef>
                <a:spcPts val="900"/>
              </a:spcBef>
              <a:spcAft>
                <a:spcPts val="0"/>
              </a:spcAft>
              <a:buClr>
                <a:srgbClr val="888888"/>
              </a:buClr>
              <a:buSzPts val="4500"/>
              <a:buNone/>
              <a:defRPr>
                <a:solidFill>
                  <a:srgbClr val="888888"/>
                </a:solidFill>
              </a:defRPr>
            </a:lvl3pPr>
            <a:lvl4pPr lvl="3" algn="ctr">
              <a:spcBef>
                <a:spcPts val="700"/>
              </a:spcBef>
              <a:spcAft>
                <a:spcPts val="0"/>
              </a:spcAft>
              <a:buClr>
                <a:srgbClr val="888888"/>
              </a:buClr>
              <a:buSzPts val="3700"/>
              <a:buNone/>
              <a:defRPr>
                <a:solidFill>
                  <a:srgbClr val="888888"/>
                </a:solidFill>
              </a:defRPr>
            </a:lvl4pPr>
            <a:lvl5pPr lvl="4" algn="ctr">
              <a:spcBef>
                <a:spcPts val="700"/>
              </a:spcBef>
              <a:spcAft>
                <a:spcPts val="0"/>
              </a:spcAft>
              <a:buClr>
                <a:srgbClr val="888888"/>
              </a:buClr>
              <a:buSzPts val="3700"/>
              <a:buNone/>
              <a:defRPr>
                <a:solidFill>
                  <a:srgbClr val="888888"/>
                </a:solidFill>
              </a:defRPr>
            </a:lvl5pPr>
            <a:lvl6pPr lvl="5" algn="ctr">
              <a:spcBef>
                <a:spcPts val="700"/>
              </a:spcBef>
              <a:spcAft>
                <a:spcPts val="0"/>
              </a:spcAft>
              <a:buClr>
                <a:srgbClr val="888888"/>
              </a:buClr>
              <a:buSzPts val="3700"/>
              <a:buNone/>
              <a:defRPr>
                <a:solidFill>
                  <a:srgbClr val="888888"/>
                </a:solidFill>
              </a:defRPr>
            </a:lvl6pPr>
            <a:lvl7pPr lvl="6" algn="ctr">
              <a:spcBef>
                <a:spcPts val="700"/>
              </a:spcBef>
              <a:spcAft>
                <a:spcPts val="0"/>
              </a:spcAft>
              <a:buClr>
                <a:srgbClr val="888888"/>
              </a:buClr>
              <a:buSzPts val="3700"/>
              <a:buNone/>
              <a:defRPr>
                <a:solidFill>
                  <a:srgbClr val="888888"/>
                </a:solidFill>
              </a:defRPr>
            </a:lvl7pPr>
            <a:lvl8pPr lvl="7" algn="ctr">
              <a:spcBef>
                <a:spcPts val="700"/>
              </a:spcBef>
              <a:spcAft>
                <a:spcPts val="0"/>
              </a:spcAft>
              <a:buClr>
                <a:srgbClr val="888888"/>
              </a:buClr>
              <a:buSzPts val="3700"/>
              <a:buNone/>
              <a:defRPr>
                <a:solidFill>
                  <a:srgbClr val="888888"/>
                </a:solidFill>
              </a:defRPr>
            </a:lvl8pPr>
            <a:lvl9pPr lvl="8" algn="ctr">
              <a:spcBef>
                <a:spcPts val="700"/>
              </a:spcBef>
              <a:spcAft>
                <a:spcPts val="0"/>
              </a:spcAft>
              <a:buClr>
                <a:srgbClr val="888888"/>
              </a:buClr>
              <a:buSzPts val="3700"/>
              <a:buNone/>
              <a:defRPr>
                <a:solidFill>
                  <a:srgbClr val="888888"/>
                </a:solidFill>
              </a:defRPr>
            </a:lvl9pPr>
          </a:lstStyle>
          <a:p>
            <a:endParaRPr/>
          </a:p>
        </p:txBody>
      </p:sp>
      <p:sp>
        <p:nvSpPr>
          <p:cNvPr id="18" name="Google Shape;18;p3"/>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19" name="Google Shape;19;p3"/>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20" name="Google Shape;20;p3"/>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720000" y="461334"/>
            <a:ext cx="12960000" cy="19200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700"/>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23" name="Google Shape;23;p4"/>
          <p:cNvSpPr txBox="1">
            <a:spLocks noGrp="1"/>
          </p:cNvSpPr>
          <p:nvPr>
            <p:ph type="body" idx="1"/>
          </p:nvPr>
        </p:nvSpPr>
        <p:spPr>
          <a:xfrm>
            <a:off x="720000" y="2688001"/>
            <a:ext cx="12960000" cy="7602600"/>
          </a:xfrm>
          <a:prstGeom prst="rect">
            <a:avLst/>
          </a:prstGeom>
          <a:noFill/>
          <a:ln>
            <a:noFill/>
          </a:ln>
        </p:spPr>
        <p:txBody>
          <a:bodyPr spcFirstLastPara="1" wrap="square" lIns="169875" tIns="84925" rIns="169875" bIns="84925" anchor="t" anchorCtr="0">
            <a:normAutofit/>
          </a:bodyPr>
          <a:lstStyle>
            <a:lvl1pPr marL="457200" lvl="0" indent="-273050" algn="l">
              <a:spcBef>
                <a:spcPts val="100"/>
              </a:spcBef>
              <a:spcAft>
                <a:spcPts val="0"/>
              </a:spcAft>
              <a:buClr>
                <a:schemeClr val="dk1"/>
              </a:buClr>
              <a:buSzPts val="700"/>
              <a:buChar char="•"/>
              <a:defRPr/>
            </a:lvl1pPr>
            <a:lvl2pPr marL="914400" lvl="1" indent="-273050" algn="l">
              <a:spcBef>
                <a:spcPts val="100"/>
              </a:spcBef>
              <a:spcAft>
                <a:spcPts val="0"/>
              </a:spcAft>
              <a:buClr>
                <a:schemeClr val="dk1"/>
              </a:buClr>
              <a:buSzPts val="700"/>
              <a:buChar char="–"/>
              <a:defRPr/>
            </a:lvl2pPr>
            <a:lvl3pPr marL="1371600" lvl="2" indent="-273050" algn="l">
              <a:spcBef>
                <a:spcPts val="100"/>
              </a:spcBef>
              <a:spcAft>
                <a:spcPts val="0"/>
              </a:spcAft>
              <a:buClr>
                <a:schemeClr val="dk1"/>
              </a:buClr>
              <a:buSzPts val="700"/>
              <a:buChar char="•"/>
              <a:defRPr/>
            </a:lvl3pPr>
            <a:lvl4pPr marL="1828800" lvl="3" indent="-273050" algn="l">
              <a:spcBef>
                <a:spcPts val="100"/>
              </a:spcBef>
              <a:spcAft>
                <a:spcPts val="0"/>
              </a:spcAft>
              <a:buClr>
                <a:schemeClr val="dk1"/>
              </a:buClr>
              <a:buSzPts val="700"/>
              <a:buChar char="–"/>
              <a:defRPr/>
            </a:lvl4pPr>
            <a:lvl5pPr marL="2286000" lvl="4" indent="-273050" algn="l">
              <a:spcBef>
                <a:spcPts val="100"/>
              </a:spcBef>
              <a:spcAft>
                <a:spcPts val="0"/>
              </a:spcAft>
              <a:buClr>
                <a:schemeClr val="dk1"/>
              </a:buClr>
              <a:buSzPts val="700"/>
              <a:buChar char="»"/>
              <a:defRPr/>
            </a:lvl5pPr>
            <a:lvl6pPr marL="2743200" lvl="5" indent="-273050" algn="l">
              <a:spcBef>
                <a:spcPts val="100"/>
              </a:spcBef>
              <a:spcAft>
                <a:spcPts val="0"/>
              </a:spcAft>
              <a:buClr>
                <a:schemeClr val="dk1"/>
              </a:buClr>
              <a:buSzPts val="700"/>
              <a:buChar char="•"/>
              <a:defRPr/>
            </a:lvl6pPr>
            <a:lvl7pPr marL="3200400" lvl="6" indent="-273050" algn="l">
              <a:spcBef>
                <a:spcPts val="100"/>
              </a:spcBef>
              <a:spcAft>
                <a:spcPts val="0"/>
              </a:spcAft>
              <a:buClr>
                <a:schemeClr val="dk1"/>
              </a:buClr>
              <a:buSzPts val="700"/>
              <a:buChar char="•"/>
              <a:defRPr/>
            </a:lvl7pPr>
            <a:lvl8pPr marL="3657600" lvl="7" indent="-273050" algn="l">
              <a:spcBef>
                <a:spcPts val="100"/>
              </a:spcBef>
              <a:spcAft>
                <a:spcPts val="0"/>
              </a:spcAft>
              <a:buClr>
                <a:schemeClr val="dk1"/>
              </a:buClr>
              <a:buSzPts val="700"/>
              <a:buChar char="•"/>
              <a:defRPr/>
            </a:lvl8pPr>
            <a:lvl9pPr marL="4114800" lvl="8" indent="-273050" algn="l">
              <a:spcBef>
                <a:spcPts val="100"/>
              </a:spcBef>
              <a:spcAft>
                <a:spcPts val="0"/>
              </a:spcAft>
              <a:buClr>
                <a:schemeClr val="dk1"/>
              </a:buClr>
              <a:buSzPts val="700"/>
              <a:buChar char="•"/>
              <a:defRPr/>
            </a:lvl9pPr>
          </a:lstStyle>
          <a:p>
            <a:endParaRPr/>
          </a:p>
        </p:txBody>
      </p:sp>
      <p:sp>
        <p:nvSpPr>
          <p:cNvPr id="24" name="Google Shape;24;p4"/>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25" name="Google Shape;25;p4"/>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26" name="Google Shape;26;p4"/>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1137501" y="7402668"/>
            <a:ext cx="12240000" cy="2288100"/>
          </a:xfrm>
          <a:prstGeom prst="rect">
            <a:avLst/>
          </a:prstGeom>
          <a:noFill/>
          <a:ln>
            <a:noFill/>
          </a:ln>
        </p:spPr>
        <p:txBody>
          <a:bodyPr spcFirstLastPara="1" wrap="square" lIns="169875" tIns="84925" rIns="169875" bIns="84925" anchor="t" anchorCtr="0">
            <a:normAutofit/>
          </a:bodyPr>
          <a:lstStyle>
            <a:lvl1pPr lvl="0" algn="l">
              <a:spcBef>
                <a:spcPts val="0"/>
              </a:spcBef>
              <a:spcAft>
                <a:spcPts val="0"/>
              </a:spcAft>
              <a:buClr>
                <a:schemeClr val="dk1"/>
              </a:buClr>
              <a:buSzPts val="7400"/>
              <a:buFont typeface="Calibri"/>
              <a:buNone/>
              <a:defRPr sz="7400" b="1" cap="none"/>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29" name="Google Shape;29;p5"/>
          <p:cNvSpPr txBox="1">
            <a:spLocks noGrp="1"/>
          </p:cNvSpPr>
          <p:nvPr>
            <p:ph type="body" idx="1"/>
          </p:nvPr>
        </p:nvSpPr>
        <p:spPr>
          <a:xfrm>
            <a:off x="1137501" y="4882668"/>
            <a:ext cx="12240000" cy="2520000"/>
          </a:xfrm>
          <a:prstGeom prst="rect">
            <a:avLst/>
          </a:prstGeom>
          <a:noFill/>
          <a:ln>
            <a:noFill/>
          </a:ln>
        </p:spPr>
        <p:txBody>
          <a:bodyPr spcFirstLastPara="1" wrap="square" lIns="169875" tIns="84925" rIns="169875" bIns="84925" anchor="b" anchorCtr="0">
            <a:normAutofit/>
          </a:bodyPr>
          <a:lstStyle>
            <a:lvl1pPr marL="457200" lvl="0" indent="-228600" algn="l">
              <a:spcBef>
                <a:spcPts val="700"/>
              </a:spcBef>
              <a:spcAft>
                <a:spcPts val="0"/>
              </a:spcAft>
              <a:buClr>
                <a:srgbClr val="888888"/>
              </a:buClr>
              <a:buSzPts val="3700"/>
              <a:buNone/>
              <a:defRPr sz="3700">
                <a:solidFill>
                  <a:srgbClr val="888888"/>
                </a:solidFill>
              </a:defRPr>
            </a:lvl1pPr>
            <a:lvl2pPr marL="914400" lvl="1" indent="-228600" algn="l">
              <a:spcBef>
                <a:spcPts val="700"/>
              </a:spcBef>
              <a:spcAft>
                <a:spcPts val="0"/>
              </a:spcAft>
              <a:buClr>
                <a:srgbClr val="888888"/>
              </a:buClr>
              <a:buSzPts val="3300"/>
              <a:buNone/>
              <a:defRPr sz="3300">
                <a:solidFill>
                  <a:srgbClr val="888888"/>
                </a:solidFill>
              </a:defRPr>
            </a:lvl2pPr>
            <a:lvl3pPr marL="1371600" lvl="2" indent="-228600" algn="l">
              <a:spcBef>
                <a:spcPts val="600"/>
              </a:spcBef>
              <a:spcAft>
                <a:spcPts val="0"/>
              </a:spcAft>
              <a:buClr>
                <a:srgbClr val="888888"/>
              </a:buClr>
              <a:buSzPts val="3000"/>
              <a:buNone/>
              <a:defRPr sz="3000">
                <a:solidFill>
                  <a:srgbClr val="888888"/>
                </a:solidFill>
              </a:defRPr>
            </a:lvl3pPr>
            <a:lvl4pPr marL="1828800" lvl="3" indent="-228600" algn="l">
              <a:spcBef>
                <a:spcPts val="500"/>
              </a:spcBef>
              <a:spcAft>
                <a:spcPts val="0"/>
              </a:spcAft>
              <a:buClr>
                <a:srgbClr val="888888"/>
              </a:buClr>
              <a:buSzPts val="2600"/>
              <a:buNone/>
              <a:defRPr sz="2600">
                <a:solidFill>
                  <a:srgbClr val="888888"/>
                </a:solidFill>
              </a:defRPr>
            </a:lvl4pPr>
            <a:lvl5pPr marL="2286000" lvl="4" indent="-228600" algn="l">
              <a:spcBef>
                <a:spcPts val="500"/>
              </a:spcBef>
              <a:spcAft>
                <a:spcPts val="0"/>
              </a:spcAft>
              <a:buClr>
                <a:srgbClr val="888888"/>
              </a:buClr>
              <a:buSzPts val="2600"/>
              <a:buNone/>
              <a:defRPr sz="2600">
                <a:solidFill>
                  <a:srgbClr val="888888"/>
                </a:solidFill>
              </a:defRPr>
            </a:lvl5pPr>
            <a:lvl6pPr marL="2743200" lvl="5" indent="-228600" algn="l">
              <a:spcBef>
                <a:spcPts val="500"/>
              </a:spcBef>
              <a:spcAft>
                <a:spcPts val="0"/>
              </a:spcAft>
              <a:buClr>
                <a:srgbClr val="888888"/>
              </a:buClr>
              <a:buSzPts val="2600"/>
              <a:buNone/>
              <a:defRPr sz="2600">
                <a:solidFill>
                  <a:srgbClr val="888888"/>
                </a:solidFill>
              </a:defRPr>
            </a:lvl6pPr>
            <a:lvl7pPr marL="3200400" lvl="6" indent="-228600" algn="l">
              <a:spcBef>
                <a:spcPts val="500"/>
              </a:spcBef>
              <a:spcAft>
                <a:spcPts val="0"/>
              </a:spcAft>
              <a:buClr>
                <a:srgbClr val="888888"/>
              </a:buClr>
              <a:buSzPts val="2600"/>
              <a:buNone/>
              <a:defRPr sz="2600">
                <a:solidFill>
                  <a:srgbClr val="888888"/>
                </a:solidFill>
              </a:defRPr>
            </a:lvl7pPr>
            <a:lvl8pPr marL="3657600" lvl="7" indent="-228600" algn="l">
              <a:spcBef>
                <a:spcPts val="500"/>
              </a:spcBef>
              <a:spcAft>
                <a:spcPts val="0"/>
              </a:spcAft>
              <a:buClr>
                <a:srgbClr val="888888"/>
              </a:buClr>
              <a:buSzPts val="2600"/>
              <a:buNone/>
              <a:defRPr sz="2600">
                <a:solidFill>
                  <a:srgbClr val="888888"/>
                </a:solidFill>
              </a:defRPr>
            </a:lvl8pPr>
            <a:lvl9pPr marL="4114800" lvl="8" indent="-228600" algn="l">
              <a:spcBef>
                <a:spcPts val="500"/>
              </a:spcBef>
              <a:spcAft>
                <a:spcPts val="0"/>
              </a:spcAft>
              <a:buClr>
                <a:srgbClr val="888888"/>
              </a:buClr>
              <a:buSzPts val="2600"/>
              <a:buNone/>
              <a:defRPr sz="2600">
                <a:solidFill>
                  <a:srgbClr val="888888"/>
                </a:solidFill>
              </a:defRPr>
            </a:lvl9pPr>
          </a:lstStyle>
          <a:p>
            <a:endParaRPr/>
          </a:p>
        </p:txBody>
      </p:sp>
      <p:sp>
        <p:nvSpPr>
          <p:cNvPr id="30" name="Google Shape;30;p5"/>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31" name="Google Shape;31;p5"/>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32" name="Google Shape;32;p5"/>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461334"/>
            <a:ext cx="12960000" cy="19200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700"/>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35" name="Google Shape;35;p6"/>
          <p:cNvSpPr txBox="1">
            <a:spLocks noGrp="1"/>
          </p:cNvSpPr>
          <p:nvPr>
            <p:ph type="body" idx="1"/>
          </p:nvPr>
        </p:nvSpPr>
        <p:spPr>
          <a:xfrm>
            <a:off x="2385001" y="16781335"/>
            <a:ext cx="21332400" cy="47458800"/>
          </a:xfrm>
          <a:prstGeom prst="rect">
            <a:avLst/>
          </a:prstGeom>
          <a:noFill/>
          <a:ln>
            <a:noFill/>
          </a:ln>
        </p:spPr>
        <p:txBody>
          <a:bodyPr spcFirstLastPara="1" wrap="square" lIns="169875" tIns="84925" rIns="169875" bIns="84925" anchor="t" anchorCtr="0">
            <a:normAutofit/>
          </a:bodyPr>
          <a:lstStyle>
            <a:lvl1pPr marL="457200" lvl="0" indent="-558800" algn="l">
              <a:spcBef>
                <a:spcPts val="1000"/>
              </a:spcBef>
              <a:spcAft>
                <a:spcPts val="0"/>
              </a:spcAft>
              <a:buClr>
                <a:schemeClr val="dk1"/>
              </a:buClr>
              <a:buSzPts val="5200"/>
              <a:buChar char="•"/>
              <a:defRPr sz="5200"/>
            </a:lvl1pPr>
            <a:lvl2pPr marL="914400" lvl="1" indent="-514350" algn="l">
              <a:spcBef>
                <a:spcPts val="900"/>
              </a:spcBef>
              <a:spcAft>
                <a:spcPts val="0"/>
              </a:spcAft>
              <a:buClr>
                <a:schemeClr val="dk1"/>
              </a:buClr>
              <a:buSzPts val="4500"/>
              <a:buChar char="–"/>
              <a:defRPr sz="4500"/>
            </a:lvl2pPr>
            <a:lvl3pPr marL="1371600" lvl="2" indent="-463550" algn="l">
              <a:spcBef>
                <a:spcPts val="700"/>
              </a:spcBef>
              <a:spcAft>
                <a:spcPts val="0"/>
              </a:spcAft>
              <a:buClr>
                <a:schemeClr val="dk1"/>
              </a:buClr>
              <a:buSzPts val="3700"/>
              <a:buChar char="•"/>
              <a:defRPr sz="3700"/>
            </a:lvl3pPr>
            <a:lvl4pPr marL="1828800" lvl="3" indent="-438150" algn="l">
              <a:spcBef>
                <a:spcPts val="700"/>
              </a:spcBef>
              <a:spcAft>
                <a:spcPts val="0"/>
              </a:spcAft>
              <a:buClr>
                <a:schemeClr val="dk1"/>
              </a:buClr>
              <a:buSzPts val="3300"/>
              <a:buChar char="–"/>
              <a:defRPr sz="3300"/>
            </a:lvl4pPr>
            <a:lvl5pPr marL="2286000" lvl="4" indent="-438150" algn="l">
              <a:spcBef>
                <a:spcPts val="700"/>
              </a:spcBef>
              <a:spcAft>
                <a:spcPts val="0"/>
              </a:spcAft>
              <a:buClr>
                <a:schemeClr val="dk1"/>
              </a:buClr>
              <a:buSzPts val="3300"/>
              <a:buChar char="»"/>
              <a:defRPr sz="3300"/>
            </a:lvl5pPr>
            <a:lvl6pPr marL="2743200" lvl="5" indent="-438150" algn="l">
              <a:spcBef>
                <a:spcPts val="700"/>
              </a:spcBef>
              <a:spcAft>
                <a:spcPts val="0"/>
              </a:spcAft>
              <a:buClr>
                <a:schemeClr val="dk1"/>
              </a:buClr>
              <a:buSzPts val="3300"/>
              <a:buChar char="•"/>
              <a:defRPr sz="3300"/>
            </a:lvl6pPr>
            <a:lvl7pPr marL="3200400" lvl="6" indent="-438150" algn="l">
              <a:spcBef>
                <a:spcPts val="700"/>
              </a:spcBef>
              <a:spcAft>
                <a:spcPts val="0"/>
              </a:spcAft>
              <a:buClr>
                <a:schemeClr val="dk1"/>
              </a:buClr>
              <a:buSzPts val="3300"/>
              <a:buChar char="•"/>
              <a:defRPr sz="3300"/>
            </a:lvl7pPr>
            <a:lvl8pPr marL="3657600" lvl="7" indent="-438150" algn="l">
              <a:spcBef>
                <a:spcPts val="700"/>
              </a:spcBef>
              <a:spcAft>
                <a:spcPts val="0"/>
              </a:spcAft>
              <a:buClr>
                <a:schemeClr val="dk1"/>
              </a:buClr>
              <a:buSzPts val="3300"/>
              <a:buChar char="•"/>
              <a:defRPr sz="3300"/>
            </a:lvl8pPr>
            <a:lvl9pPr marL="4114800" lvl="8" indent="-438150" algn="l">
              <a:spcBef>
                <a:spcPts val="700"/>
              </a:spcBef>
              <a:spcAft>
                <a:spcPts val="0"/>
              </a:spcAft>
              <a:buClr>
                <a:schemeClr val="dk1"/>
              </a:buClr>
              <a:buSzPts val="3300"/>
              <a:buChar char="•"/>
              <a:defRPr sz="3300"/>
            </a:lvl9pPr>
          </a:lstStyle>
          <a:p>
            <a:endParaRPr/>
          </a:p>
        </p:txBody>
      </p:sp>
      <p:sp>
        <p:nvSpPr>
          <p:cNvPr id="36" name="Google Shape;36;p6"/>
          <p:cNvSpPr txBox="1">
            <a:spLocks noGrp="1"/>
          </p:cNvSpPr>
          <p:nvPr>
            <p:ph type="body" idx="2"/>
          </p:nvPr>
        </p:nvSpPr>
        <p:spPr>
          <a:xfrm>
            <a:off x="23957512" y="16781335"/>
            <a:ext cx="21335100" cy="47458800"/>
          </a:xfrm>
          <a:prstGeom prst="rect">
            <a:avLst/>
          </a:prstGeom>
          <a:noFill/>
          <a:ln>
            <a:noFill/>
          </a:ln>
        </p:spPr>
        <p:txBody>
          <a:bodyPr spcFirstLastPara="1" wrap="square" lIns="169875" tIns="84925" rIns="169875" bIns="84925" anchor="t" anchorCtr="0">
            <a:normAutofit/>
          </a:bodyPr>
          <a:lstStyle>
            <a:lvl1pPr marL="457200" lvl="0" indent="-558800" algn="l">
              <a:spcBef>
                <a:spcPts val="1000"/>
              </a:spcBef>
              <a:spcAft>
                <a:spcPts val="0"/>
              </a:spcAft>
              <a:buClr>
                <a:schemeClr val="dk1"/>
              </a:buClr>
              <a:buSzPts val="5200"/>
              <a:buChar char="•"/>
              <a:defRPr sz="5200"/>
            </a:lvl1pPr>
            <a:lvl2pPr marL="914400" lvl="1" indent="-514350" algn="l">
              <a:spcBef>
                <a:spcPts val="900"/>
              </a:spcBef>
              <a:spcAft>
                <a:spcPts val="0"/>
              </a:spcAft>
              <a:buClr>
                <a:schemeClr val="dk1"/>
              </a:buClr>
              <a:buSzPts val="4500"/>
              <a:buChar char="–"/>
              <a:defRPr sz="4500"/>
            </a:lvl2pPr>
            <a:lvl3pPr marL="1371600" lvl="2" indent="-463550" algn="l">
              <a:spcBef>
                <a:spcPts val="700"/>
              </a:spcBef>
              <a:spcAft>
                <a:spcPts val="0"/>
              </a:spcAft>
              <a:buClr>
                <a:schemeClr val="dk1"/>
              </a:buClr>
              <a:buSzPts val="3700"/>
              <a:buChar char="•"/>
              <a:defRPr sz="3700"/>
            </a:lvl3pPr>
            <a:lvl4pPr marL="1828800" lvl="3" indent="-438150" algn="l">
              <a:spcBef>
                <a:spcPts val="700"/>
              </a:spcBef>
              <a:spcAft>
                <a:spcPts val="0"/>
              </a:spcAft>
              <a:buClr>
                <a:schemeClr val="dk1"/>
              </a:buClr>
              <a:buSzPts val="3300"/>
              <a:buChar char="–"/>
              <a:defRPr sz="3300"/>
            </a:lvl4pPr>
            <a:lvl5pPr marL="2286000" lvl="4" indent="-438150" algn="l">
              <a:spcBef>
                <a:spcPts val="700"/>
              </a:spcBef>
              <a:spcAft>
                <a:spcPts val="0"/>
              </a:spcAft>
              <a:buClr>
                <a:schemeClr val="dk1"/>
              </a:buClr>
              <a:buSzPts val="3300"/>
              <a:buChar char="»"/>
              <a:defRPr sz="3300"/>
            </a:lvl5pPr>
            <a:lvl6pPr marL="2743200" lvl="5" indent="-438150" algn="l">
              <a:spcBef>
                <a:spcPts val="700"/>
              </a:spcBef>
              <a:spcAft>
                <a:spcPts val="0"/>
              </a:spcAft>
              <a:buClr>
                <a:schemeClr val="dk1"/>
              </a:buClr>
              <a:buSzPts val="3300"/>
              <a:buChar char="•"/>
              <a:defRPr sz="3300"/>
            </a:lvl6pPr>
            <a:lvl7pPr marL="3200400" lvl="6" indent="-438150" algn="l">
              <a:spcBef>
                <a:spcPts val="700"/>
              </a:spcBef>
              <a:spcAft>
                <a:spcPts val="0"/>
              </a:spcAft>
              <a:buClr>
                <a:schemeClr val="dk1"/>
              </a:buClr>
              <a:buSzPts val="3300"/>
              <a:buChar char="•"/>
              <a:defRPr sz="3300"/>
            </a:lvl7pPr>
            <a:lvl8pPr marL="3657600" lvl="7" indent="-438150" algn="l">
              <a:spcBef>
                <a:spcPts val="700"/>
              </a:spcBef>
              <a:spcAft>
                <a:spcPts val="0"/>
              </a:spcAft>
              <a:buClr>
                <a:schemeClr val="dk1"/>
              </a:buClr>
              <a:buSzPts val="3300"/>
              <a:buChar char="•"/>
              <a:defRPr sz="3300"/>
            </a:lvl8pPr>
            <a:lvl9pPr marL="4114800" lvl="8" indent="-438150" algn="l">
              <a:spcBef>
                <a:spcPts val="700"/>
              </a:spcBef>
              <a:spcAft>
                <a:spcPts val="0"/>
              </a:spcAft>
              <a:buClr>
                <a:schemeClr val="dk1"/>
              </a:buClr>
              <a:buSzPts val="3300"/>
              <a:buChar char="•"/>
              <a:defRPr sz="3300"/>
            </a:lvl9pPr>
          </a:lstStyle>
          <a:p>
            <a:endParaRPr/>
          </a:p>
        </p:txBody>
      </p:sp>
      <p:sp>
        <p:nvSpPr>
          <p:cNvPr id="37" name="Google Shape;37;p6"/>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38" name="Google Shape;38;p6"/>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39" name="Google Shape;39;p6"/>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720000" y="461334"/>
            <a:ext cx="12960000" cy="19200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8200"/>
              <a:buFont typeface="Calibri"/>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42" name="Google Shape;42;p7"/>
          <p:cNvSpPr txBox="1">
            <a:spLocks noGrp="1"/>
          </p:cNvSpPr>
          <p:nvPr>
            <p:ph type="body" idx="1"/>
          </p:nvPr>
        </p:nvSpPr>
        <p:spPr>
          <a:xfrm>
            <a:off x="720000" y="2578667"/>
            <a:ext cx="6362400" cy="1074600"/>
          </a:xfrm>
          <a:prstGeom prst="rect">
            <a:avLst/>
          </a:prstGeom>
          <a:noFill/>
          <a:ln>
            <a:noFill/>
          </a:ln>
        </p:spPr>
        <p:txBody>
          <a:bodyPr spcFirstLastPara="1" wrap="square" lIns="169875" tIns="84925" rIns="169875" bIns="84925" anchor="b" anchorCtr="0">
            <a:normAutofit/>
          </a:bodyPr>
          <a:lstStyle>
            <a:lvl1pPr marL="457200" lvl="0" indent="-228600" algn="l">
              <a:spcBef>
                <a:spcPts val="900"/>
              </a:spcBef>
              <a:spcAft>
                <a:spcPts val="0"/>
              </a:spcAft>
              <a:buClr>
                <a:schemeClr val="dk1"/>
              </a:buClr>
              <a:buSzPts val="4500"/>
              <a:buNone/>
              <a:defRPr sz="4500" b="1"/>
            </a:lvl1pPr>
            <a:lvl2pPr marL="914400" lvl="1" indent="-228600" algn="l">
              <a:spcBef>
                <a:spcPts val="700"/>
              </a:spcBef>
              <a:spcAft>
                <a:spcPts val="0"/>
              </a:spcAft>
              <a:buClr>
                <a:schemeClr val="dk1"/>
              </a:buClr>
              <a:buSzPts val="3700"/>
              <a:buNone/>
              <a:defRPr sz="3700" b="1"/>
            </a:lvl2pPr>
            <a:lvl3pPr marL="1371600" lvl="2" indent="-228600" algn="l">
              <a:spcBef>
                <a:spcPts val="700"/>
              </a:spcBef>
              <a:spcAft>
                <a:spcPts val="0"/>
              </a:spcAft>
              <a:buClr>
                <a:schemeClr val="dk1"/>
              </a:buClr>
              <a:buSzPts val="3300"/>
              <a:buNone/>
              <a:defRPr sz="3300" b="1"/>
            </a:lvl3pPr>
            <a:lvl4pPr marL="1828800" lvl="3" indent="-228600" algn="l">
              <a:spcBef>
                <a:spcPts val="600"/>
              </a:spcBef>
              <a:spcAft>
                <a:spcPts val="0"/>
              </a:spcAft>
              <a:buClr>
                <a:schemeClr val="dk1"/>
              </a:buClr>
              <a:buSzPts val="3000"/>
              <a:buNone/>
              <a:defRPr sz="3000" b="1"/>
            </a:lvl4pPr>
            <a:lvl5pPr marL="2286000" lvl="4" indent="-228600" algn="l">
              <a:spcBef>
                <a:spcPts val="600"/>
              </a:spcBef>
              <a:spcAft>
                <a:spcPts val="0"/>
              </a:spcAft>
              <a:buClr>
                <a:schemeClr val="dk1"/>
              </a:buClr>
              <a:buSzPts val="3000"/>
              <a:buNone/>
              <a:defRPr sz="3000" b="1"/>
            </a:lvl5pPr>
            <a:lvl6pPr marL="2743200" lvl="5" indent="-228600" algn="l">
              <a:spcBef>
                <a:spcPts val="600"/>
              </a:spcBef>
              <a:spcAft>
                <a:spcPts val="0"/>
              </a:spcAft>
              <a:buClr>
                <a:schemeClr val="dk1"/>
              </a:buClr>
              <a:buSzPts val="3000"/>
              <a:buNone/>
              <a:defRPr sz="3000" b="1"/>
            </a:lvl6pPr>
            <a:lvl7pPr marL="3200400" lvl="6" indent="-228600" algn="l">
              <a:spcBef>
                <a:spcPts val="600"/>
              </a:spcBef>
              <a:spcAft>
                <a:spcPts val="0"/>
              </a:spcAft>
              <a:buClr>
                <a:schemeClr val="dk1"/>
              </a:buClr>
              <a:buSzPts val="3000"/>
              <a:buNone/>
              <a:defRPr sz="3000" b="1"/>
            </a:lvl7pPr>
            <a:lvl8pPr marL="3657600" lvl="7" indent="-228600" algn="l">
              <a:spcBef>
                <a:spcPts val="600"/>
              </a:spcBef>
              <a:spcAft>
                <a:spcPts val="0"/>
              </a:spcAft>
              <a:buClr>
                <a:schemeClr val="dk1"/>
              </a:buClr>
              <a:buSzPts val="3000"/>
              <a:buNone/>
              <a:defRPr sz="3000" b="1"/>
            </a:lvl8pPr>
            <a:lvl9pPr marL="4114800" lvl="8" indent="-228600" algn="l">
              <a:spcBef>
                <a:spcPts val="600"/>
              </a:spcBef>
              <a:spcAft>
                <a:spcPts val="0"/>
              </a:spcAft>
              <a:buClr>
                <a:schemeClr val="dk1"/>
              </a:buClr>
              <a:buSzPts val="3000"/>
              <a:buNone/>
              <a:defRPr sz="3000" b="1"/>
            </a:lvl9pPr>
          </a:lstStyle>
          <a:p>
            <a:endParaRPr/>
          </a:p>
        </p:txBody>
      </p:sp>
      <p:sp>
        <p:nvSpPr>
          <p:cNvPr id="43" name="Google Shape;43;p7"/>
          <p:cNvSpPr txBox="1">
            <a:spLocks noGrp="1"/>
          </p:cNvSpPr>
          <p:nvPr>
            <p:ph type="body" idx="2"/>
          </p:nvPr>
        </p:nvSpPr>
        <p:spPr>
          <a:xfrm>
            <a:off x="720000" y="3653333"/>
            <a:ext cx="6362400" cy="6637200"/>
          </a:xfrm>
          <a:prstGeom prst="rect">
            <a:avLst/>
          </a:prstGeom>
          <a:noFill/>
          <a:ln>
            <a:noFill/>
          </a:ln>
        </p:spPr>
        <p:txBody>
          <a:bodyPr spcFirstLastPara="1" wrap="square" lIns="169875" tIns="84925" rIns="169875" bIns="84925" anchor="t" anchorCtr="0">
            <a:normAutofit/>
          </a:bodyPr>
          <a:lstStyle>
            <a:lvl1pPr marL="457200" lvl="0" indent="-514350" algn="l">
              <a:spcBef>
                <a:spcPts val="900"/>
              </a:spcBef>
              <a:spcAft>
                <a:spcPts val="0"/>
              </a:spcAft>
              <a:buClr>
                <a:schemeClr val="dk1"/>
              </a:buClr>
              <a:buSzPts val="4500"/>
              <a:buChar char="•"/>
              <a:defRPr sz="4500"/>
            </a:lvl1pPr>
            <a:lvl2pPr marL="914400" lvl="1" indent="-463550" algn="l">
              <a:spcBef>
                <a:spcPts val="700"/>
              </a:spcBef>
              <a:spcAft>
                <a:spcPts val="0"/>
              </a:spcAft>
              <a:buClr>
                <a:schemeClr val="dk1"/>
              </a:buClr>
              <a:buSzPts val="3700"/>
              <a:buChar char="–"/>
              <a:defRPr sz="3700"/>
            </a:lvl2pPr>
            <a:lvl3pPr marL="1371600" lvl="2" indent="-438150" algn="l">
              <a:spcBef>
                <a:spcPts val="700"/>
              </a:spcBef>
              <a:spcAft>
                <a:spcPts val="0"/>
              </a:spcAft>
              <a:buClr>
                <a:schemeClr val="dk1"/>
              </a:buClr>
              <a:buSzPts val="3300"/>
              <a:buChar char="•"/>
              <a:defRPr sz="3300"/>
            </a:lvl3pPr>
            <a:lvl4pPr marL="1828800" lvl="3" indent="-419100" algn="l">
              <a:spcBef>
                <a:spcPts val="600"/>
              </a:spcBef>
              <a:spcAft>
                <a:spcPts val="0"/>
              </a:spcAft>
              <a:buClr>
                <a:schemeClr val="dk1"/>
              </a:buClr>
              <a:buSzPts val="3000"/>
              <a:buChar char="–"/>
              <a:defRPr sz="3000"/>
            </a:lvl4pPr>
            <a:lvl5pPr marL="2286000" lvl="4" indent="-419100" algn="l">
              <a:spcBef>
                <a:spcPts val="600"/>
              </a:spcBef>
              <a:spcAft>
                <a:spcPts val="0"/>
              </a:spcAft>
              <a:buClr>
                <a:schemeClr val="dk1"/>
              </a:buClr>
              <a:buSzPts val="3000"/>
              <a:buChar char="»"/>
              <a:defRPr sz="3000"/>
            </a:lvl5pPr>
            <a:lvl6pPr marL="2743200" lvl="5" indent="-419100" algn="l">
              <a:spcBef>
                <a:spcPts val="600"/>
              </a:spcBef>
              <a:spcAft>
                <a:spcPts val="0"/>
              </a:spcAft>
              <a:buClr>
                <a:schemeClr val="dk1"/>
              </a:buClr>
              <a:buSzPts val="3000"/>
              <a:buChar char="•"/>
              <a:defRPr sz="3000"/>
            </a:lvl6pPr>
            <a:lvl7pPr marL="3200400" lvl="6" indent="-419100" algn="l">
              <a:spcBef>
                <a:spcPts val="600"/>
              </a:spcBef>
              <a:spcAft>
                <a:spcPts val="0"/>
              </a:spcAft>
              <a:buClr>
                <a:schemeClr val="dk1"/>
              </a:buClr>
              <a:buSzPts val="3000"/>
              <a:buChar char="•"/>
              <a:defRPr sz="3000"/>
            </a:lvl7pPr>
            <a:lvl8pPr marL="3657600" lvl="7" indent="-419100" algn="l">
              <a:spcBef>
                <a:spcPts val="600"/>
              </a:spcBef>
              <a:spcAft>
                <a:spcPts val="0"/>
              </a:spcAft>
              <a:buClr>
                <a:schemeClr val="dk1"/>
              </a:buClr>
              <a:buSzPts val="3000"/>
              <a:buChar char="•"/>
              <a:defRPr sz="3000"/>
            </a:lvl8pPr>
            <a:lvl9pPr marL="4114800" lvl="8" indent="-419100" algn="l">
              <a:spcBef>
                <a:spcPts val="600"/>
              </a:spcBef>
              <a:spcAft>
                <a:spcPts val="0"/>
              </a:spcAft>
              <a:buClr>
                <a:schemeClr val="dk1"/>
              </a:buClr>
              <a:buSzPts val="3000"/>
              <a:buChar char="•"/>
              <a:defRPr sz="3000"/>
            </a:lvl9pPr>
          </a:lstStyle>
          <a:p>
            <a:endParaRPr/>
          </a:p>
        </p:txBody>
      </p:sp>
      <p:sp>
        <p:nvSpPr>
          <p:cNvPr id="44" name="Google Shape;44;p7"/>
          <p:cNvSpPr txBox="1">
            <a:spLocks noGrp="1"/>
          </p:cNvSpPr>
          <p:nvPr>
            <p:ph type="body" idx="3"/>
          </p:nvPr>
        </p:nvSpPr>
        <p:spPr>
          <a:xfrm>
            <a:off x="7315004" y="2578667"/>
            <a:ext cx="6365100" cy="1074600"/>
          </a:xfrm>
          <a:prstGeom prst="rect">
            <a:avLst/>
          </a:prstGeom>
          <a:noFill/>
          <a:ln>
            <a:noFill/>
          </a:ln>
        </p:spPr>
        <p:txBody>
          <a:bodyPr spcFirstLastPara="1" wrap="square" lIns="169875" tIns="84925" rIns="169875" bIns="84925" anchor="b" anchorCtr="0">
            <a:normAutofit/>
          </a:bodyPr>
          <a:lstStyle>
            <a:lvl1pPr marL="457200" lvl="0" indent="-228600" algn="l">
              <a:spcBef>
                <a:spcPts val="900"/>
              </a:spcBef>
              <a:spcAft>
                <a:spcPts val="0"/>
              </a:spcAft>
              <a:buClr>
                <a:schemeClr val="dk1"/>
              </a:buClr>
              <a:buSzPts val="4500"/>
              <a:buNone/>
              <a:defRPr sz="4500" b="1"/>
            </a:lvl1pPr>
            <a:lvl2pPr marL="914400" lvl="1" indent="-228600" algn="l">
              <a:spcBef>
                <a:spcPts val="700"/>
              </a:spcBef>
              <a:spcAft>
                <a:spcPts val="0"/>
              </a:spcAft>
              <a:buClr>
                <a:schemeClr val="dk1"/>
              </a:buClr>
              <a:buSzPts val="3700"/>
              <a:buNone/>
              <a:defRPr sz="3700" b="1"/>
            </a:lvl2pPr>
            <a:lvl3pPr marL="1371600" lvl="2" indent="-228600" algn="l">
              <a:spcBef>
                <a:spcPts val="700"/>
              </a:spcBef>
              <a:spcAft>
                <a:spcPts val="0"/>
              </a:spcAft>
              <a:buClr>
                <a:schemeClr val="dk1"/>
              </a:buClr>
              <a:buSzPts val="3300"/>
              <a:buNone/>
              <a:defRPr sz="3300" b="1"/>
            </a:lvl3pPr>
            <a:lvl4pPr marL="1828800" lvl="3" indent="-228600" algn="l">
              <a:spcBef>
                <a:spcPts val="600"/>
              </a:spcBef>
              <a:spcAft>
                <a:spcPts val="0"/>
              </a:spcAft>
              <a:buClr>
                <a:schemeClr val="dk1"/>
              </a:buClr>
              <a:buSzPts val="3000"/>
              <a:buNone/>
              <a:defRPr sz="3000" b="1"/>
            </a:lvl4pPr>
            <a:lvl5pPr marL="2286000" lvl="4" indent="-228600" algn="l">
              <a:spcBef>
                <a:spcPts val="600"/>
              </a:spcBef>
              <a:spcAft>
                <a:spcPts val="0"/>
              </a:spcAft>
              <a:buClr>
                <a:schemeClr val="dk1"/>
              </a:buClr>
              <a:buSzPts val="3000"/>
              <a:buNone/>
              <a:defRPr sz="3000" b="1"/>
            </a:lvl5pPr>
            <a:lvl6pPr marL="2743200" lvl="5" indent="-228600" algn="l">
              <a:spcBef>
                <a:spcPts val="600"/>
              </a:spcBef>
              <a:spcAft>
                <a:spcPts val="0"/>
              </a:spcAft>
              <a:buClr>
                <a:schemeClr val="dk1"/>
              </a:buClr>
              <a:buSzPts val="3000"/>
              <a:buNone/>
              <a:defRPr sz="3000" b="1"/>
            </a:lvl6pPr>
            <a:lvl7pPr marL="3200400" lvl="6" indent="-228600" algn="l">
              <a:spcBef>
                <a:spcPts val="600"/>
              </a:spcBef>
              <a:spcAft>
                <a:spcPts val="0"/>
              </a:spcAft>
              <a:buClr>
                <a:schemeClr val="dk1"/>
              </a:buClr>
              <a:buSzPts val="3000"/>
              <a:buNone/>
              <a:defRPr sz="3000" b="1"/>
            </a:lvl7pPr>
            <a:lvl8pPr marL="3657600" lvl="7" indent="-228600" algn="l">
              <a:spcBef>
                <a:spcPts val="600"/>
              </a:spcBef>
              <a:spcAft>
                <a:spcPts val="0"/>
              </a:spcAft>
              <a:buClr>
                <a:schemeClr val="dk1"/>
              </a:buClr>
              <a:buSzPts val="3000"/>
              <a:buNone/>
              <a:defRPr sz="3000" b="1"/>
            </a:lvl8pPr>
            <a:lvl9pPr marL="4114800" lvl="8" indent="-228600" algn="l">
              <a:spcBef>
                <a:spcPts val="600"/>
              </a:spcBef>
              <a:spcAft>
                <a:spcPts val="0"/>
              </a:spcAft>
              <a:buClr>
                <a:schemeClr val="dk1"/>
              </a:buClr>
              <a:buSzPts val="3000"/>
              <a:buNone/>
              <a:defRPr sz="3000" b="1"/>
            </a:lvl9pPr>
          </a:lstStyle>
          <a:p>
            <a:endParaRPr/>
          </a:p>
        </p:txBody>
      </p:sp>
      <p:sp>
        <p:nvSpPr>
          <p:cNvPr id="45" name="Google Shape;45;p7"/>
          <p:cNvSpPr txBox="1">
            <a:spLocks noGrp="1"/>
          </p:cNvSpPr>
          <p:nvPr>
            <p:ph type="body" idx="4"/>
          </p:nvPr>
        </p:nvSpPr>
        <p:spPr>
          <a:xfrm>
            <a:off x="7315004" y="3653333"/>
            <a:ext cx="6365100" cy="6637200"/>
          </a:xfrm>
          <a:prstGeom prst="rect">
            <a:avLst/>
          </a:prstGeom>
          <a:noFill/>
          <a:ln>
            <a:noFill/>
          </a:ln>
        </p:spPr>
        <p:txBody>
          <a:bodyPr spcFirstLastPara="1" wrap="square" lIns="169875" tIns="84925" rIns="169875" bIns="84925" anchor="t" anchorCtr="0">
            <a:normAutofit/>
          </a:bodyPr>
          <a:lstStyle>
            <a:lvl1pPr marL="457200" lvl="0" indent="-514350" algn="l">
              <a:spcBef>
                <a:spcPts val="900"/>
              </a:spcBef>
              <a:spcAft>
                <a:spcPts val="0"/>
              </a:spcAft>
              <a:buClr>
                <a:schemeClr val="dk1"/>
              </a:buClr>
              <a:buSzPts val="4500"/>
              <a:buChar char="•"/>
              <a:defRPr sz="4500"/>
            </a:lvl1pPr>
            <a:lvl2pPr marL="914400" lvl="1" indent="-463550" algn="l">
              <a:spcBef>
                <a:spcPts val="700"/>
              </a:spcBef>
              <a:spcAft>
                <a:spcPts val="0"/>
              </a:spcAft>
              <a:buClr>
                <a:schemeClr val="dk1"/>
              </a:buClr>
              <a:buSzPts val="3700"/>
              <a:buChar char="–"/>
              <a:defRPr sz="3700"/>
            </a:lvl2pPr>
            <a:lvl3pPr marL="1371600" lvl="2" indent="-438150" algn="l">
              <a:spcBef>
                <a:spcPts val="700"/>
              </a:spcBef>
              <a:spcAft>
                <a:spcPts val="0"/>
              </a:spcAft>
              <a:buClr>
                <a:schemeClr val="dk1"/>
              </a:buClr>
              <a:buSzPts val="3300"/>
              <a:buChar char="•"/>
              <a:defRPr sz="3300"/>
            </a:lvl3pPr>
            <a:lvl4pPr marL="1828800" lvl="3" indent="-419100" algn="l">
              <a:spcBef>
                <a:spcPts val="600"/>
              </a:spcBef>
              <a:spcAft>
                <a:spcPts val="0"/>
              </a:spcAft>
              <a:buClr>
                <a:schemeClr val="dk1"/>
              </a:buClr>
              <a:buSzPts val="3000"/>
              <a:buChar char="–"/>
              <a:defRPr sz="3000"/>
            </a:lvl4pPr>
            <a:lvl5pPr marL="2286000" lvl="4" indent="-419100" algn="l">
              <a:spcBef>
                <a:spcPts val="600"/>
              </a:spcBef>
              <a:spcAft>
                <a:spcPts val="0"/>
              </a:spcAft>
              <a:buClr>
                <a:schemeClr val="dk1"/>
              </a:buClr>
              <a:buSzPts val="3000"/>
              <a:buChar char="»"/>
              <a:defRPr sz="3000"/>
            </a:lvl5pPr>
            <a:lvl6pPr marL="2743200" lvl="5" indent="-419100" algn="l">
              <a:spcBef>
                <a:spcPts val="600"/>
              </a:spcBef>
              <a:spcAft>
                <a:spcPts val="0"/>
              </a:spcAft>
              <a:buClr>
                <a:schemeClr val="dk1"/>
              </a:buClr>
              <a:buSzPts val="3000"/>
              <a:buChar char="•"/>
              <a:defRPr sz="3000"/>
            </a:lvl6pPr>
            <a:lvl7pPr marL="3200400" lvl="6" indent="-419100" algn="l">
              <a:spcBef>
                <a:spcPts val="600"/>
              </a:spcBef>
              <a:spcAft>
                <a:spcPts val="0"/>
              </a:spcAft>
              <a:buClr>
                <a:schemeClr val="dk1"/>
              </a:buClr>
              <a:buSzPts val="3000"/>
              <a:buChar char="•"/>
              <a:defRPr sz="3000"/>
            </a:lvl7pPr>
            <a:lvl8pPr marL="3657600" lvl="7" indent="-419100" algn="l">
              <a:spcBef>
                <a:spcPts val="600"/>
              </a:spcBef>
              <a:spcAft>
                <a:spcPts val="0"/>
              </a:spcAft>
              <a:buClr>
                <a:schemeClr val="dk1"/>
              </a:buClr>
              <a:buSzPts val="3000"/>
              <a:buChar char="•"/>
              <a:defRPr sz="3000"/>
            </a:lvl8pPr>
            <a:lvl9pPr marL="4114800" lvl="8" indent="-419100" algn="l">
              <a:spcBef>
                <a:spcPts val="600"/>
              </a:spcBef>
              <a:spcAft>
                <a:spcPts val="0"/>
              </a:spcAft>
              <a:buClr>
                <a:schemeClr val="dk1"/>
              </a:buClr>
              <a:buSzPts val="3000"/>
              <a:buChar char="•"/>
              <a:defRPr sz="3000"/>
            </a:lvl9pPr>
          </a:lstStyle>
          <a:p>
            <a:endParaRPr/>
          </a:p>
        </p:txBody>
      </p:sp>
      <p:sp>
        <p:nvSpPr>
          <p:cNvPr id="46" name="Google Shape;46;p7"/>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47" name="Google Shape;47;p7"/>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48" name="Google Shape;48;p7"/>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720000" y="461334"/>
            <a:ext cx="12960000" cy="19200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700"/>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51" name="Google Shape;51;p8"/>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52" name="Google Shape;52;p8"/>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53" name="Google Shape;53;p8"/>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56" name="Google Shape;56;p9"/>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57" name="Google Shape;57;p9"/>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720001" y="458667"/>
            <a:ext cx="4737600" cy="1952100"/>
          </a:xfrm>
          <a:prstGeom prst="rect">
            <a:avLst/>
          </a:prstGeom>
          <a:noFill/>
          <a:ln>
            <a:noFill/>
          </a:ln>
        </p:spPr>
        <p:txBody>
          <a:bodyPr spcFirstLastPara="1" wrap="square" lIns="169875" tIns="84925" rIns="169875" bIns="84925" anchor="b" anchorCtr="0">
            <a:normAutofit/>
          </a:bodyPr>
          <a:lstStyle>
            <a:lvl1pPr lvl="0" algn="l">
              <a:spcBef>
                <a:spcPts val="0"/>
              </a:spcBef>
              <a:spcAft>
                <a:spcPts val="0"/>
              </a:spcAft>
              <a:buClr>
                <a:schemeClr val="dk1"/>
              </a:buClr>
              <a:buSzPts val="3700"/>
              <a:buFont typeface="Calibri"/>
              <a:buNone/>
              <a:defRPr sz="3700" b="1"/>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60" name="Google Shape;60;p10"/>
          <p:cNvSpPr txBox="1">
            <a:spLocks noGrp="1"/>
          </p:cNvSpPr>
          <p:nvPr>
            <p:ph type="body" idx="1"/>
          </p:nvPr>
        </p:nvSpPr>
        <p:spPr>
          <a:xfrm>
            <a:off x="5630002" y="458668"/>
            <a:ext cx="8049900" cy="9831900"/>
          </a:xfrm>
          <a:prstGeom prst="rect">
            <a:avLst/>
          </a:prstGeom>
          <a:noFill/>
          <a:ln>
            <a:noFill/>
          </a:ln>
        </p:spPr>
        <p:txBody>
          <a:bodyPr spcFirstLastPara="1" wrap="square" lIns="169875" tIns="84925" rIns="169875" bIns="84925" anchor="t" anchorCtr="0">
            <a:normAutofit/>
          </a:bodyPr>
          <a:lstStyle>
            <a:lvl1pPr marL="457200" lvl="0" indent="-603250" algn="l">
              <a:spcBef>
                <a:spcPts val="1200"/>
              </a:spcBef>
              <a:spcAft>
                <a:spcPts val="0"/>
              </a:spcAft>
              <a:buClr>
                <a:schemeClr val="dk1"/>
              </a:buClr>
              <a:buSzPts val="5900"/>
              <a:buChar char="•"/>
              <a:defRPr sz="5900"/>
            </a:lvl1pPr>
            <a:lvl2pPr marL="914400" lvl="1" indent="-558800" algn="l">
              <a:spcBef>
                <a:spcPts val="1000"/>
              </a:spcBef>
              <a:spcAft>
                <a:spcPts val="0"/>
              </a:spcAft>
              <a:buClr>
                <a:schemeClr val="dk1"/>
              </a:buClr>
              <a:buSzPts val="5200"/>
              <a:buChar char="–"/>
              <a:defRPr sz="5200"/>
            </a:lvl2pPr>
            <a:lvl3pPr marL="1371600" lvl="2" indent="-514350" algn="l">
              <a:spcBef>
                <a:spcPts val="900"/>
              </a:spcBef>
              <a:spcAft>
                <a:spcPts val="0"/>
              </a:spcAft>
              <a:buClr>
                <a:schemeClr val="dk1"/>
              </a:buClr>
              <a:buSzPts val="4500"/>
              <a:buChar char="•"/>
              <a:defRPr sz="4500"/>
            </a:lvl3pPr>
            <a:lvl4pPr marL="1828800" lvl="3" indent="-463550" algn="l">
              <a:spcBef>
                <a:spcPts val="700"/>
              </a:spcBef>
              <a:spcAft>
                <a:spcPts val="0"/>
              </a:spcAft>
              <a:buClr>
                <a:schemeClr val="dk1"/>
              </a:buClr>
              <a:buSzPts val="3700"/>
              <a:buChar char="–"/>
              <a:defRPr sz="3700"/>
            </a:lvl4pPr>
            <a:lvl5pPr marL="2286000" lvl="4" indent="-463550" algn="l">
              <a:spcBef>
                <a:spcPts val="700"/>
              </a:spcBef>
              <a:spcAft>
                <a:spcPts val="0"/>
              </a:spcAft>
              <a:buClr>
                <a:schemeClr val="dk1"/>
              </a:buClr>
              <a:buSzPts val="3700"/>
              <a:buChar char="»"/>
              <a:defRPr sz="3700"/>
            </a:lvl5pPr>
            <a:lvl6pPr marL="2743200" lvl="5" indent="-463550" algn="l">
              <a:spcBef>
                <a:spcPts val="700"/>
              </a:spcBef>
              <a:spcAft>
                <a:spcPts val="0"/>
              </a:spcAft>
              <a:buClr>
                <a:schemeClr val="dk1"/>
              </a:buClr>
              <a:buSzPts val="3700"/>
              <a:buChar char="•"/>
              <a:defRPr sz="3700"/>
            </a:lvl6pPr>
            <a:lvl7pPr marL="3200400" lvl="6" indent="-463550" algn="l">
              <a:spcBef>
                <a:spcPts val="700"/>
              </a:spcBef>
              <a:spcAft>
                <a:spcPts val="0"/>
              </a:spcAft>
              <a:buClr>
                <a:schemeClr val="dk1"/>
              </a:buClr>
              <a:buSzPts val="3700"/>
              <a:buChar char="•"/>
              <a:defRPr sz="3700"/>
            </a:lvl7pPr>
            <a:lvl8pPr marL="3657600" lvl="7" indent="-463550" algn="l">
              <a:spcBef>
                <a:spcPts val="700"/>
              </a:spcBef>
              <a:spcAft>
                <a:spcPts val="0"/>
              </a:spcAft>
              <a:buClr>
                <a:schemeClr val="dk1"/>
              </a:buClr>
              <a:buSzPts val="3700"/>
              <a:buChar char="•"/>
              <a:defRPr sz="3700"/>
            </a:lvl8pPr>
            <a:lvl9pPr marL="4114800" lvl="8" indent="-463550" algn="l">
              <a:spcBef>
                <a:spcPts val="700"/>
              </a:spcBef>
              <a:spcAft>
                <a:spcPts val="0"/>
              </a:spcAft>
              <a:buClr>
                <a:schemeClr val="dk1"/>
              </a:buClr>
              <a:buSzPts val="3700"/>
              <a:buChar char="•"/>
              <a:defRPr sz="3700"/>
            </a:lvl9pPr>
          </a:lstStyle>
          <a:p>
            <a:endParaRPr/>
          </a:p>
        </p:txBody>
      </p:sp>
      <p:sp>
        <p:nvSpPr>
          <p:cNvPr id="61" name="Google Shape;61;p10"/>
          <p:cNvSpPr txBox="1">
            <a:spLocks noGrp="1"/>
          </p:cNvSpPr>
          <p:nvPr>
            <p:ph type="body" idx="2"/>
          </p:nvPr>
        </p:nvSpPr>
        <p:spPr>
          <a:xfrm>
            <a:off x="720001" y="2410668"/>
            <a:ext cx="4737600" cy="7880100"/>
          </a:xfrm>
          <a:prstGeom prst="rect">
            <a:avLst/>
          </a:prstGeom>
          <a:noFill/>
          <a:ln>
            <a:noFill/>
          </a:ln>
        </p:spPr>
        <p:txBody>
          <a:bodyPr spcFirstLastPara="1" wrap="square" lIns="169875" tIns="84925" rIns="169875" bIns="84925" anchor="t" anchorCtr="0">
            <a:normAutofit/>
          </a:bodyPr>
          <a:lstStyle>
            <a:lvl1pPr marL="457200" lvl="0" indent="-228600" algn="l">
              <a:spcBef>
                <a:spcPts val="500"/>
              </a:spcBef>
              <a:spcAft>
                <a:spcPts val="0"/>
              </a:spcAft>
              <a:buClr>
                <a:schemeClr val="dk1"/>
              </a:buClr>
              <a:buSzPts val="2600"/>
              <a:buNone/>
              <a:defRPr sz="2600"/>
            </a:lvl1pPr>
            <a:lvl2pPr marL="914400" lvl="1" indent="-228600" algn="l">
              <a:spcBef>
                <a:spcPts val="400"/>
              </a:spcBef>
              <a:spcAft>
                <a:spcPts val="0"/>
              </a:spcAft>
              <a:buClr>
                <a:schemeClr val="dk1"/>
              </a:buClr>
              <a:buSzPts val="2200"/>
              <a:buNone/>
              <a:defRPr sz="2200"/>
            </a:lvl2pPr>
            <a:lvl3pPr marL="1371600" lvl="2" indent="-228600" algn="l">
              <a:spcBef>
                <a:spcPts val="400"/>
              </a:spcBef>
              <a:spcAft>
                <a:spcPts val="0"/>
              </a:spcAft>
              <a:buClr>
                <a:schemeClr val="dk1"/>
              </a:buClr>
              <a:buSzPts val="1900"/>
              <a:buNone/>
              <a:defRPr sz="1900"/>
            </a:lvl3pPr>
            <a:lvl4pPr marL="1828800" lvl="3" indent="-228600" algn="l">
              <a:spcBef>
                <a:spcPts val="300"/>
              </a:spcBef>
              <a:spcAft>
                <a:spcPts val="0"/>
              </a:spcAft>
              <a:buClr>
                <a:schemeClr val="dk1"/>
              </a:buClr>
              <a:buSzPts val="1700"/>
              <a:buNone/>
              <a:defRPr sz="1700"/>
            </a:lvl4pPr>
            <a:lvl5pPr marL="2286000" lvl="4" indent="-228600" algn="l">
              <a:spcBef>
                <a:spcPts val="300"/>
              </a:spcBef>
              <a:spcAft>
                <a:spcPts val="0"/>
              </a:spcAft>
              <a:buClr>
                <a:schemeClr val="dk1"/>
              </a:buClr>
              <a:buSzPts val="1700"/>
              <a:buNone/>
              <a:defRPr sz="1700"/>
            </a:lvl5pPr>
            <a:lvl6pPr marL="2743200" lvl="5" indent="-228600" algn="l">
              <a:spcBef>
                <a:spcPts val="300"/>
              </a:spcBef>
              <a:spcAft>
                <a:spcPts val="0"/>
              </a:spcAft>
              <a:buClr>
                <a:schemeClr val="dk1"/>
              </a:buClr>
              <a:buSzPts val="1700"/>
              <a:buNone/>
              <a:defRPr sz="1700"/>
            </a:lvl6pPr>
            <a:lvl7pPr marL="3200400" lvl="6" indent="-228600" algn="l">
              <a:spcBef>
                <a:spcPts val="300"/>
              </a:spcBef>
              <a:spcAft>
                <a:spcPts val="0"/>
              </a:spcAft>
              <a:buClr>
                <a:schemeClr val="dk1"/>
              </a:buClr>
              <a:buSzPts val="1700"/>
              <a:buNone/>
              <a:defRPr sz="1700"/>
            </a:lvl7pPr>
            <a:lvl8pPr marL="3657600" lvl="7" indent="-228600" algn="l">
              <a:spcBef>
                <a:spcPts val="300"/>
              </a:spcBef>
              <a:spcAft>
                <a:spcPts val="0"/>
              </a:spcAft>
              <a:buClr>
                <a:schemeClr val="dk1"/>
              </a:buClr>
              <a:buSzPts val="1700"/>
              <a:buNone/>
              <a:defRPr sz="1700"/>
            </a:lvl8pPr>
            <a:lvl9pPr marL="4114800" lvl="8" indent="-228600" algn="l">
              <a:spcBef>
                <a:spcPts val="300"/>
              </a:spcBef>
              <a:spcAft>
                <a:spcPts val="0"/>
              </a:spcAft>
              <a:buClr>
                <a:schemeClr val="dk1"/>
              </a:buClr>
              <a:buSzPts val="1700"/>
              <a:buNone/>
              <a:defRPr sz="1700"/>
            </a:lvl9pPr>
          </a:lstStyle>
          <a:p>
            <a:endParaRPr/>
          </a:p>
        </p:txBody>
      </p:sp>
      <p:sp>
        <p:nvSpPr>
          <p:cNvPr id="62" name="Google Shape;62;p10"/>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63" name="Google Shape;63;p10"/>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64" name="Google Shape;64;p10"/>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822502" y="8064000"/>
            <a:ext cx="8640000" cy="951900"/>
          </a:xfrm>
          <a:prstGeom prst="rect">
            <a:avLst/>
          </a:prstGeom>
          <a:noFill/>
          <a:ln>
            <a:noFill/>
          </a:ln>
        </p:spPr>
        <p:txBody>
          <a:bodyPr spcFirstLastPara="1" wrap="square" lIns="169875" tIns="84925" rIns="169875" bIns="84925" anchor="b" anchorCtr="0">
            <a:normAutofit/>
          </a:bodyPr>
          <a:lstStyle>
            <a:lvl1pPr lvl="0" algn="l">
              <a:spcBef>
                <a:spcPts val="0"/>
              </a:spcBef>
              <a:spcAft>
                <a:spcPts val="0"/>
              </a:spcAft>
              <a:buClr>
                <a:schemeClr val="dk1"/>
              </a:buClr>
              <a:buSzPts val="3700"/>
              <a:buFont typeface="Calibri"/>
              <a:buNone/>
              <a:defRPr sz="3700" b="1"/>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67" name="Google Shape;67;p11"/>
          <p:cNvSpPr>
            <a:spLocks noGrp="1"/>
          </p:cNvSpPr>
          <p:nvPr>
            <p:ph type="pic" idx="2"/>
          </p:nvPr>
        </p:nvSpPr>
        <p:spPr>
          <a:xfrm>
            <a:off x="2822502" y="1029333"/>
            <a:ext cx="8640000" cy="6912000"/>
          </a:xfrm>
          <a:prstGeom prst="rect">
            <a:avLst/>
          </a:prstGeom>
          <a:noFill/>
          <a:ln>
            <a:noFill/>
          </a:ln>
        </p:spPr>
      </p:sp>
      <p:sp>
        <p:nvSpPr>
          <p:cNvPr id="68" name="Google Shape;68;p11"/>
          <p:cNvSpPr txBox="1">
            <a:spLocks noGrp="1"/>
          </p:cNvSpPr>
          <p:nvPr>
            <p:ph type="body" idx="1"/>
          </p:nvPr>
        </p:nvSpPr>
        <p:spPr>
          <a:xfrm>
            <a:off x="2822502" y="9016001"/>
            <a:ext cx="8640000" cy="1352100"/>
          </a:xfrm>
          <a:prstGeom prst="rect">
            <a:avLst/>
          </a:prstGeom>
          <a:noFill/>
          <a:ln>
            <a:noFill/>
          </a:ln>
        </p:spPr>
        <p:txBody>
          <a:bodyPr spcFirstLastPara="1" wrap="square" lIns="169875" tIns="84925" rIns="169875" bIns="84925" anchor="t" anchorCtr="0">
            <a:normAutofit/>
          </a:bodyPr>
          <a:lstStyle>
            <a:lvl1pPr marL="457200" lvl="0" indent="-228600" algn="l">
              <a:spcBef>
                <a:spcPts val="500"/>
              </a:spcBef>
              <a:spcAft>
                <a:spcPts val="0"/>
              </a:spcAft>
              <a:buClr>
                <a:schemeClr val="dk1"/>
              </a:buClr>
              <a:buSzPts val="2600"/>
              <a:buNone/>
              <a:defRPr sz="2600"/>
            </a:lvl1pPr>
            <a:lvl2pPr marL="914400" lvl="1" indent="-228600" algn="l">
              <a:spcBef>
                <a:spcPts val="400"/>
              </a:spcBef>
              <a:spcAft>
                <a:spcPts val="0"/>
              </a:spcAft>
              <a:buClr>
                <a:schemeClr val="dk1"/>
              </a:buClr>
              <a:buSzPts val="2200"/>
              <a:buNone/>
              <a:defRPr sz="2200"/>
            </a:lvl2pPr>
            <a:lvl3pPr marL="1371600" lvl="2" indent="-228600" algn="l">
              <a:spcBef>
                <a:spcPts val="400"/>
              </a:spcBef>
              <a:spcAft>
                <a:spcPts val="0"/>
              </a:spcAft>
              <a:buClr>
                <a:schemeClr val="dk1"/>
              </a:buClr>
              <a:buSzPts val="1900"/>
              <a:buNone/>
              <a:defRPr sz="1900"/>
            </a:lvl3pPr>
            <a:lvl4pPr marL="1828800" lvl="3" indent="-228600" algn="l">
              <a:spcBef>
                <a:spcPts val="300"/>
              </a:spcBef>
              <a:spcAft>
                <a:spcPts val="0"/>
              </a:spcAft>
              <a:buClr>
                <a:schemeClr val="dk1"/>
              </a:buClr>
              <a:buSzPts val="1700"/>
              <a:buNone/>
              <a:defRPr sz="1700"/>
            </a:lvl4pPr>
            <a:lvl5pPr marL="2286000" lvl="4" indent="-228600" algn="l">
              <a:spcBef>
                <a:spcPts val="300"/>
              </a:spcBef>
              <a:spcAft>
                <a:spcPts val="0"/>
              </a:spcAft>
              <a:buClr>
                <a:schemeClr val="dk1"/>
              </a:buClr>
              <a:buSzPts val="1700"/>
              <a:buNone/>
              <a:defRPr sz="1700"/>
            </a:lvl5pPr>
            <a:lvl6pPr marL="2743200" lvl="5" indent="-228600" algn="l">
              <a:spcBef>
                <a:spcPts val="300"/>
              </a:spcBef>
              <a:spcAft>
                <a:spcPts val="0"/>
              </a:spcAft>
              <a:buClr>
                <a:schemeClr val="dk1"/>
              </a:buClr>
              <a:buSzPts val="1700"/>
              <a:buNone/>
              <a:defRPr sz="1700"/>
            </a:lvl6pPr>
            <a:lvl7pPr marL="3200400" lvl="6" indent="-228600" algn="l">
              <a:spcBef>
                <a:spcPts val="300"/>
              </a:spcBef>
              <a:spcAft>
                <a:spcPts val="0"/>
              </a:spcAft>
              <a:buClr>
                <a:schemeClr val="dk1"/>
              </a:buClr>
              <a:buSzPts val="1700"/>
              <a:buNone/>
              <a:defRPr sz="1700"/>
            </a:lvl7pPr>
            <a:lvl8pPr marL="3657600" lvl="7" indent="-228600" algn="l">
              <a:spcBef>
                <a:spcPts val="300"/>
              </a:spcBef>
              <a:spcAft>
                <a:spcPts val="0"/>
              </a:spcAft>
              <a:buClr>
                <a:schemeClr val="dk1"/>
              </a:buClr>
              <a:buSzPts val="1700"/>
              <a:buNone/>
              <a:defRPr sz="1700"/>
            </a:lvl8pPr>
            <a:lvl9pPr marL="4114800" lvl="8" indent="-228600" algn="l">
              <a:spcBef>
                <a:spcPts val="300"/>
              </a:spcBef>
              <a:spcAft>
                <a:spcPts val="0"/>
              </a:spcAft>
              <a:buClr>
                <a:schemeClr val="dk1"/>
              </a:buClr>
              <a:buSzPts val="1700"/>
              <a:buNone/>
              <a:defRPr sz="1700"/>
            </a:lvl9pPr>
          </a:lstStyle>
          <a:p>
            <a:endParaRPr/>
          </a:p>
        </p:txBody>
      </p:sp>
      <p:sp>
        <p:nvSpPr>
          <p:cNvPr id="69" name="Google Shape;69;p11"/>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70" name="Google Shape;70;p11"/>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71" name="Google Shape;71;p11"/>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720000" y="461334"/>
            <a:ext cx="12960000" cy="19200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700"/>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74" name="Google Shape;74;p12"/>
          <p:cNvSpPr txBox="1">
            <a:spLocks noGrp="1"/>
          </p:cNvSpPr>
          <p:nvPr>
            <p:ph type="body" idx="1"/>
          </p:nvPr>
        </p:nvSpPr>
        <p:spPr>
          <a:xfrm rot="5400000">
            <a:off x="3398706" y="9301"/>
            <a:ext cx="7602600" cy="12960000"/>
          </a:xfrm>
          <a:prstGeom prst="rect">
            <a:avLst/>
          </a:prstGeom>
          <a:noFill/>
          <a:ln>
            <a:noFill/>
          </a:ln>
        </p:spPr>
        <p:txBody>
          <a:bodyPr spcFirstLastPara="1" wrap="square" lIns="169875" tIns="84925" rIns="169875" bIns="84925" anchor="t" anchorCtr="0">
            <a:normAutofit/>
          </a:bodyPr>
          <a:lstStyle>
            <a:lvl1pPr marL="457200" lvl="0" indent="-273050" algn="l">
              <a:spcBef>
                <a:spcPts val="100"/>
              </a:spcBef>
              <a:spcAft>
                <a:spcPts val="0"/>
              </a:spcAft>
              <a:buClr>
                <a:schemeClr val="dk1"/>
              </a:buClr>
              <a:buSzPts val="700"/>
              <a:buChar char="•"/>
              <a:defRPr/>
            </a:lvl1pPr>
            <a:lvl2pPr marL="914400" lvl="1" indent="-273050" algn="l">
              <a:spcBef>
                <a:spcPts val="100"/>
              </a:spcBef>
              <a:spcAft>
                <a:spcPts val="0"/>
              </a:spcAft>
              <a:buClr>
                <a:schemeClr val="dk1"/>
              </a:buClr>
              <a:buSzPts val="700"/>
              <a:buChar char="–"/>
              <a:defRPr/>
            </a:lvl2pPr>
            <a:lvl3pPr marL="1371600" lvl="2" indent="-273050" algn="l">
              <a:spcBef>
                <a:spcPts val="100"/>
              </a:spcBef>
              <a:spcAft>
                <a:spcPts val="0"/>
              </a:spcAft>
              <a:buClr>
                <a:schemeClr val="dk1"/>
              </a:buClr>
              <a:buSzPts val="700"/>
              <a:buChar char="•"/>
              <a:defRPr/>
            </a:lvl3pPr>
            <a:lvl4pPr marL="1828800" lvl="3" indent="-273050" algn="l">
              <a:spcBef>
                <a:spcPts val="100"/>
              </a:spcBef>
              <a:spcAft>
                <a:spcPts val="0"/>
              </a:spcAft>
              <a:buClr>
                <a:schemeClr val="dk1"/>
              </a:buClr>
              <a:buSzPts val="700"/>
              <a:buChar char="–"/>
              <a:defRPr/>
            </a:lvl4pPr>
            <a:lvl5pPr marL="2286000" lvl="4" indent="-273050" algn="l">
              <a:spcBef>
                <a:spcPts val="100"/>
              </a:spcBef>
              <a:spcAft>
                <a:spcPts val="0"/>
              </a:spcAft>
              <a:buClr>
                <a:schemeClr val="dk1"/>
              </a:buClr>
              <a:buSzPts val="700"/>
              <a:buChar char="»"/>
              <a:defRPr/>
            </a:lvl5pPr>
            <a:lvl6pPr marL="2743200" lvl="5" indent="-273050" algn="l">
              <a:spcBef>
                <a:spcPts val="100"/>
              </a:spcBef>
              <a:spcAft>
                <a:spcPts val="0"/>
              </a:spcAft>
              <a:buClr>
                <a:schemeClr val="dk1"/>
              </a:buClr>
              <a:buSzPts val="700"/>
              <a:buChar char="•"/>
              <a:defRPr/>
            </a:lvl6pPr>
            <a:lvl7pPr marL="3200400" lvl="6" indent="-273050" algn="l">
              <a:spcBef>
                <a:spcPts val="100"/>
              </a:spcBef>
              <a:spcAft>
                <a:spcPts val="0"/>
              </a:spcAft>
              <a:buClr>
                <a:schemeClr val="dk1"/>
              </a:buClr>
              <a:buSzPts val="700"/>
              <a:buChar char="•"/>
              <a:defRPr/>
            </a:lvl7pPr>
            <a:lvl8pPr marL="3657600" lvl="7" indent="-273050" algn="l">
              <a:spcBef>
                <a:spcPts val="100"/>
              </a:spcBef>
              <a:spcAft>
                <a:spcPts val="0"/>
              </a:spcAft>
              <a:buClr>
                <a:schemeClr val="dk1"/>
              </a:buClr>
              <a:buSzPts val="700"/>
              <a:buChar char="•"/>
              <a:defRPr/>
            </a:lvl8pPr>
            <a:lvl9pPr marL="4114800" lvl="8" indent="-273050" algn="l">
              <a:spcBef>
                <a:spcPts val="100"/>
              </a:spcBef>
              <a:spcAft>
                <a:spcPts val="0"/>
              </a:spcAft>
              <a:buClr>
                <a:schemeClr val="dk1"/>
              </a:buClr>
              <a:buSzPts val="700"/>
              <a:buChar char="•"/>
              <a:defRPr/>
            </a:lvl9pPr>
          </a:lstStyle>
          <a:p>
            <a:endParaRPr/>
          </a:p>
        </p:txBody>
      </p:sp>
      <p:sp>
        <p:nvSpPr>
          <p:cNvPr id="75" name="Google Shape;75;p12"/>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76" name="Google Shape;76;p12"/>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77" name="Google Shape;77;p12"/>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9250071" y="28197451"/>
            <a:ext cx="61359900" cy="10725000"/>
          </a:xfrm>
          <a:prstGeom prst="rect">
            <a:avLst/>
          </a:prstGeom>
          <a:noFill/>
          <a:ln>
            <a:noFill/>
          </a:ln>
        </p:spPr>
        <p:txBody>
          <a:bodyPr spcFirstLastPara="1" wrap="square" lIns="169875" tIns="84925" rIns="169875" bIns="84925" anchor="ctr" anchorCtr="0">
            <a:normAutofit/>
          </a:bodyPr>
          <a:lstStyle>
            <a:lvl1pPr lvl="0" algn="ctr">
              <a:spcBef>
                <a:spcPts val="0"/>
              </a:spcBef>
              <a:spcAft>
                <a:spcPts val="0"/>
              </a:spcAft>
              <a:buClr>
                <a:schemeClr val="dk1"/>
              </a:buClr>
              <a:buSzPts val="700"/>
              <a:buNone/>
              <a:defRPr/>
            </a:lvl1pPr>
            <a:lvl2pPr lvl="1">
              <a:spcBef>
                <a:spcPts val="0"/>
              </a:spcBef>
              <a:spcAft>
                <a:spcPts val="0"/>
              </a:spcAft>
              <a:buSzPts val="600"/>
              <a:buNone/>
              <a:defRPr/>
            </a:lvl2pPr>
            <a:lvl3pPr lvl="2">
              <a:spcBef>
                <a:spcPts val="0"/>
              </a:spcBef>
              <a:spcAft>
                <a:spcPts val="0"/>
              </a:spcAft>
              <a:buSzPts val="600"/>
              <a:buNone/>
              <a:defRPr/>
            </a:lvl3pPr>
            <a:lvl4pPr lvl="3">
              <a:spcBef>
                <a:spcPts val="0"/>
              </a:spcBef>
              <a:spcAft>
                <a:spcPts val="0"/>
              </a:spcAft>
              <a:buSzPts val="600"/>
              <a:buNone/>
              <a:defRPr/>
            </a:lvl4pPr>
            <a:lvl5pPr lvl="4">
              <a:spcBef>
                <a:spcPts val="0"/>
              </a:spcBef>
              <a:spcAft>
                <a:spcPts val="0"/>
              </a:spcAft>
              <a:buSzPts val="600"/>
              <a:buNone/>
              <a:defRPr/>
            </a:lvl5pPr>
            <a:lvl6pPr lvl="5">
              <a:spcBef>
                <a:spcPts val="0"/>
              </a:spcBef>
              <a:spcAft>
                <a:spcPts val="0"/>
              </a:spcAft>
              <a:buSzPts val="600"/>
              <a:buNone/>
              <a:defRPr/>
            </a:lvl6pPr>
            <a:lvl7pPr lvl="6">
              <a:spcBef>
                <a:spcPts val="0"/>
              </a:spcBef>
              <a:spcAft>
                <a:spcPts val="0"/>
              </a:spcAft>
              <a:buSzPts val="600"/>
              <a:buNone/>
              <a:defRPr/>
            </a:lvl7pPr>
            <a:lvl8pPr lvl="7">
              <a:spcBef>
                <a:spcPts val="0"/>
              </a:spcBef>
              <a:spcAft>
                <a:spcPts val="0"/>
              </a:spcAft>
              <a:buSzPts val="600"/>
              <a:buNone/>
              <a:defRPr/>
            </a:lvl8pPr>
            <a:lvl9pPr lvl="8">
              <a:spcBef>
                <a:spcPts val="0"/>
              </a:spcBef>
              <a:spcAft>
                <a:spcPts val="0"/>
              </a:spcAft>
              <a:buSzPts val="600"/>
              <a:buNone/>
              <a:defRPr/>
            </a:lvl9pPr>
          </a:lstStyle>
          <a:p>
            <a:endParaRPr/>
          </a:p>
        </p:txBody>
      </p:sp>
      <p:sp>
        <p:nvSpPr>
          <p:cNvPr id="80" name="Google Shape;80;p13"/>
          <p:cNvSpPr txBox="1">
            <a:spLocks noGrp="1"/>
          </p:cNvSpPr>
          <p:nvPr>
            <p:ph type="body" idx="1"/>
          </p:nvPr>
        </p:nvSpPr>
        <p:spPr>
          <a:xfrm rot="5400000">
            <a:off x="-12323685" y="17588701"/>
            <a:ext cx="61359900" cy="31942500"/>
          </a:xfrm>
          <a:prstGeom prst="rect">
            <a:avLst/>
          </a:prstGeom>
          <a:noFill/>
          <a:ln>
            <a:noFill/>
          </a:ln>
        </p:spPr>
        <p:txBody>
          <a:bodyPr spcFirstLastPara="1" wrap="square" lIns="169875" tIns="84925" rIns="169875" bIns="84925" anchor="t" anchorCtr="0">
            <a:normAutofit/>
          </a:bodyPr>
          <a:lstStyle>
            <a:lvl1pPr marL="457200" lvl="0" indent="-273050" algn="l">
              <a:spcBef>
                <a:spcPts val="100"/>
              </a:spcBef>
              <a:spcAft>
                <a:spcPts val="0"/>
              </a:spcAft>
              <a:buClr>
                <a:schemeClr val="dk1"/>
              </a:buClr>
              <a:buSzPts val="700"/>
              <a:buChar char="•"/>
              <a:defRPr/>
            </a:lvl1pPr>
            <a:lvl2pPr marL="914400" lvl="1" indent="-273050" algn="l">
              <a:spcBef>
                <a:spcPts val="100"/>
              </a:spcBef>
              <a:spcAft>
                <a:spcPts val="0"/>
              </a:spcAft>
              <a:buClr>
                <a:schemeClr val="dk1"/>
              </a:buClr>
              <a:buSzPts val="700"/>
              <a:buChar char="–"/>
              <a:defRPr/>
            </a:lvl2pPr>
            <a:lvl3pPr marL="1371600" lvl="2" indent="-273050" algn="l">
              <a:spcBef>
                <a:spcPts val="100"/>
              </a:spcBef>
              <a:spcAft>
                <a:spcPts val="0"/>
              </a:spcAft>
              <a:buClr>
                <a:schemeClr val="dk1"/>
              </a:buClr>
              <a:buSzPts val="700"/>
              <a:buChar char="•"/>
              <a:defRPr/>
            </a:lvl3pPr>
            <a:lvl4pPr marL="1828800" lvl="3" indent="-273050" algn="l">
              <a:spcBef>
                <a:spcPts val="100"/>
              </a:spcBef>
              <a:spcAft>
                <a:spcPts val="0"/>
              </a:spcAft>
              <a:buClr>
                <a:schemeClr val="dk1"/>
              </a:buClr>
              <a:buSzPts val="700"/>
              <a:buChar char="–"/>
              <a:defRPr/>
            </a:lvl4pPr>
            <a:lvl5pPr marL="2286000" lvl="4" indent="-273050" algn="l">
              <a:spcBef>
                <a:spcPts val="100"/>
              </a:spcBef>
              <a:spcAft>
                <a:spcPts val="0"/>
              </a:spcAft>
              <a:buClr>
                <a:schemeClr val="dk1"/>
              </a:buClr>
              <a:buSzPts val="700"/>
              <a:buChar char="»"/>
              <a:defRPr/>
            </a:lvl5pPr>
            <a:lvl6pPr marL="2743200" lvl="5" indent="-273050" algn="l">
              <a:spcBef>
                <a:spcPts val="100"/>
              </a:spcBef>
              <a:spcAft>
                <a:spcPts val="0"/>
              </a:spcAft>
              <a:buClr>
                <a:schemeClr val="dk1"/>
              </a:buClr>
              <a:buSzPts val="700"/>
              <a:buChar char="•"/>
              <a:defRPr/>
            </a:lvl6pPr>
            <a:lvl7pPr marL="3200400" lvl="6" indent="-273050" algn="l">
              <a:spcBef>
                <a:spcPts val="100"/>
              </a:spcBef>
              <a:spcAft>
                <a:spcPts val="0"/>
              </a:spcAft>
              <a:buClr>
                <a:schemeClr val="dk1"/>
              </a:buClr>
              <a:buSzPts val="700"/>
              <a:buChar char="•"/>
              <a:defRPr/>
            </a:lvl7pPr>
            <a:lvl8pPr marL="3657600" lvl="7" indent="-273050" algn="l">
              <a:spcBef>
                <a:spcPts val="100"/>
              </a:spcBef>
              <a:spcAft>
                <a:spcPts val="0"/>
              </a:spcAft>
              <a:buClr>
                <a:schemeClr val="dk1"/>
              </a:buClr>
              <a:buSzPts val="700"/>
              <a:buChar char="•"/>
              <a:defRPr/>
            </a:lvl8pPr>
            <a:lvl9pPr marL="4114800" lvl="8" indent="-273050" algn="l">
              <a:spcBef>
                <a:spcPts val="100"/>
              </a:spcBef>
              <a:spcAft>
                <a:spcPts val="0"/>
              </a:spcAft>
              <a:buClr>
                <a:schemeClr val="dk1"/>
              </a:buClr>
              <a:buSzPts val="700"/>
              <a:buChar char="•"/>
              <a:defRPr/>
            </a:lvl9pPr>
          </a:lstStyle>
          <a:p>
            <a:endParaRPr/>
          </a:p>
        </p:txBody>
      </p:sp>
      <p:sp>
        <p:nvSpPr>
          <p:cNvPr id="81" name="Google Shape;81;p13"/>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lvl="0" algn="l">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82" name="Google Shape;82;p13"/>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lvl="0" algn="ctr">
              <a:spcBef>
                <a:spcPts val="0"/>
              </a:spcBef>
              <a:spcAft>
                <a:spcPts val="0"/>
              </a:spcAft>
              <a:buSzPts val="600"/>
              <a:buNone/>
              <a:defRPr/>
            </a:lvl1pPr>
            <a:lvl2pPr lvl="1" algn="l">
              <a:spcBef>
                <a:spcPts val="0"/>
              </a:spcBef>
              <a:spcAft>
                <a:spcPts val="0"/>
              </a:spcAft>
              <a:buSzPts val="600"/>
              <a:buNone/>
              <a:defRPr/>
            </a:lvl2pPr>
            <a:lvl3pPr lvl="2" algn="l">
              <a:spcBef>
                <a:spcPts val="0"/>
              </a:spcBef>
              <a:spcAft>
                <a:spcPts val="0"/>
              </a:spcAft>
              <a:buSzPts val="600"/>
              <a:buNone/>
              <a:defRPr/>
            </a:lvl3pPr>
            <a:lvl4pPr lvl="3" algn="l">
              <a:spcBef>
                <a:spcPts val="0"/>
              </a:spcBef>
              <a:spcAft>
                <a:spcPts val="0"/>
              </a:spcAft>
              <a:buSzPts val="600"/>
              <a:buNone/>
              <a:defRPr/>
            </a:lvl4pPr>
            <a:lvl5pPr lvl="4" algn="l">
              <a:spcBef>
                <a:spcPts val="0"/>
              </a:spcBef>
              <a:spcAft>
                <a:spcPts val="0"/>
              </a:spcAft>
              <a:buSzPts val="600"/>
              <a:buNone/>
              <a:defRPr/>
            </a:lvl5pPr>
            <a:lvl6pPr lvl="5" algn="l">
              <a:spcBef>
                <a:spcPts val="0"/>
              </a:spcBef>
              <a:spcAft>
                <a:spcPts val="0"/>
              </a:spcAft>
              <a:buSzPts val="600"/>
              <a:buNone/>
              <a:defRPr/>
            </a:lvl6pPr>
            <a:lvl7pPr lvl="6" algn="l">
              <a:spcBef>
                <a:spcPts val="0"/>
              </a:spcBef>
              <a:spcAft>
                <a:spcPts val="0"/>
              </a:spcAft>
              <a:buSzPts val="600"/>
              <a:buNone/>
              <a:defRPr/>
            </a:lvl7pPr>
            <a:lvl8pPr lvl="7" algn="l">
              <a:spcBef>
                <a:spcPts val="0"/>
              </a:spcBef>
              <a:spcAft>
                <a:spcPts val="0"/>
              </a:spcAft>
              <a:buSzPts val="600"/>
              <a:buNone/>
              <a:defRPr/>
            </a:lvl8pPr>
            <a:lvl9pPr lvl="8" algn="l">
              <a:spcBef>
                <a:spcPts val="0"/>
              </a:spcBef>
              <a:spcAft>
                <a:spcPts val="0"/>
              </a:spcAft>
              <a:buSzPts val="600"/>
              <a:buNone/>
              <a:defRPr/>
            </a:lvl9pPr>
          </a:lstStyle>
          <a:p>
            <a:endParaRPr/>
          </a:p>
        </p:txBody>
      </p:sp>
      <p:sp>
        <p:nvSpPr>
          <p:cNvPr id="83" name="Google Shape;83;p13"/>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20000" y="461334"/>
            <a:ext cx="12960000" cy="1920000"/>
          </a:xfrm>
          <a:prstGeom prst="rect">
            <a:avLst/>
          </a:prstGeom>
          <a:noFill/>
          <a:ln>
            <a:noFill/>
          </a:ln>
        </p:spPr>
        <p:txBody>
          <a:bodyPr spcFirstLastPara="1" wrap="square" lIns="169875" tIns="84925" rIns="169875" bIns="84925" anchor="ctr" anchorCtr="0">
            <a:normAutofit/>
          </a:bodyPr>
          <a:lstStyle>
            <a:lvl1pPr marR="0" lvl="0" algn="ctr" rtl="0">
              <a:spcBef>
                <a:spcPts val="0"/>
              </a:spcBef>
              <a:spcAft>
                <a:spcPts val="0"/>
              </a:spcAft>
              <a:buClr>
                <a:schemeClr val="dk1"/>
              </a:buClr>
              <a:buSzPts val="8200"/>
              <a:buFont typeface="Calibri"/>
              <a:buNone/>
              <a:defRPr sz="8200" b="0" i="0" u="none" strike="noStrike" cap="none">
                <a:solidFill>
                  <a:schemeClr val="dk1"/>
                </a:solidFill>
                <a:latin typeface="Calibri"/>
                <a:ea typeface="Calibri"/>
                <a:cs typeface="Calibri"/>
                <a:sym typeface="Calibri"/>
              </a:defRPr>
            </a:lvl1pPr>
            <a:lvl2pPr lvl="1">
              <a:spcBef>
                <a:spcPts val="0"/>
              </a:spcBef>
              <a:spcAft>
                <a:spcPts val="0"/>
              </a:spcAft>
              <a:buSzPts val="600"/>
              <a:buNone/>
              <a:defRPr sz="700"/>
            </a:lvl2pPr>
            <a:lvl3pPr lvl="2">
              <a:spcBef>
                <a:spcPts val="0"/>
              </a:spcBef>
              <a:spcAft>
                <a:spcPts val="0"/>
              </a:spcAft>
              <a:buSzPts val="600"/>
              <a:buNone/>
              <a:defRPr sz="700"/>
            </a:lvl3pPr>
            <a:lvl4pPr lvl="3">
              <a:spcBef>
                <a:spcPts val="0"/>
              </a:spcBef>
              <a:spcAft>
                <a:spcPts val="0"/>
              </a:spcAft>
              <a:buSzPts val="600"/>
              <a:buNone/>
              <a:defRPr sz="700"/>
            </a:lvl4pPr>
            <a:lvl5pPr lvl="4">
              <a:spcBef>
                <a:spcPts val="0"/>
              </a:spcBef>
              <a:spcAft>
                <a:spcPts val="0"/>
              </a:spcAft>
              <a:buSzPts val="600"/>
              <a:buNone/>
              <a:defRPr sz="700"/>
            </a:lvl5pPr>
            <a:lvl6pPr lvl="5">
              <a:spcBef>
                <a:spcPts val="0"/>
              </a:spcBef>
              <a:spcAft>
                <a:spcPts val="0"/>
              </a:spcAft>
              <a:buSzPts val="600"/>
              <a:buNone/>
              <a:defRPr sz="700"/>
            </a:lvl6pPr>
            <a:lvl7pPr lvl="6">
              <a:spcBef>
                <a:spcPts val="0"/>
              </a:spcBef>
              <a:spcAft>
                <a:spcPts val="0"/>
              </a:spcAft>
              <a:buSzPts val="600"/>
              <a:buNone/>
              <a:defRPr sz="700"/>
            </a:lvl7pPr>
            <a:lvl8pPr lvl="7">
              <a:spcBef>
                <a:spcPts val="0"/>
              </a:spcBef>
              <a:spcAft>
                <a:spcPts val="0"/>
              </a:spcAft>
              <a:buSzPts val="600"/>
              <a:buNone/>
              <a:defRPr sz="700"/>
            </a:lvl8pPr>
            <a:lvl9pPr lvl="8">
              <a:spcBef>
                <a:spcPts val="0"/>
              </a:spcBef>
              <a:spcAft>
                <a:spcPts val="0"/>
              </a:spcAft>
              <a:buSzPts val="600"/>
              <a:buNone/>
              <a:defRPr sz="700"/>
            </a:lvl9pPr>
          </a:lstStyle>
          <a:p>
            <a:endParaRPr/>
          </a:p>
        </p:txBody>
      </p:sp>
      <p:sp>
        <p:nvSpPr>
          <p:cNvPr id="11" name="Google Shape;11;p2"/>
          <p:cNvSpPr txBox="1">
            <a:spLocks noGrp="1"/>
          </p:cNvSpPr>
          <p:nvPr>
            <p:ph type="body" idx="1"/>
          </p:nvPr>
        </p:nvSpPr>
        <p:spPr>
          <a:xfrm>
            <a:off x="720000" y="2688001"/>
            <a:ext cx="12960000" cy="7602600"/>
          </a:xfrm>
          <a:prstGeom prst="rect">
            <a:avLst/>
          </a:prstGeom>
          <a:noFill/>
          <a:ln>
            <a:noFill/>
          </a:ln>
        </p:spPr>
        <p:txBody>
          <a:bodyPr spcFirstLastPara="1" wrap="square" lIns="169875" tIns="84925" rIns="169875" bIns="84925" anchor="t" anchorCtr="0">
            <a:normAutofit/>
          </a:bodyPr>
          <a:lstStyle>
            <a:lvl1pPr marL="457200" marR="0" lvl="0" indent="-603250" algn="l" rtl="0">
              <a:spcBef>
                <a:spcPts val="1200"/>
              </a:spcBef>
              <a:spcAft>
                <a:spcPts val="0"/>
              </a:spcAft>
              <a:buClr>
                <a:schemeClr val="dk1"/>
              </a:buClr>
              <a:buSzPts val="5900"/>
              <a:buFont typeface="Arial"/>
              <a:buChar char="•"/>
              <a:defRPr sz="5900" b="0" i="0" u="none" strike="noStrike" cap="none">
                <a:solidFill>
                  <a:schemeClr val="dk1"/>
                </a:solidFill>
                <a:latin typeface="Calibri"/>
                <a:ea typeface="Calibri"/>
                <a:cs typeface="Calibri"/>
                <a:sym typeface="Calibri"/>
              </a:defRPr>
            </a:lvl1pPr>
            <a:lvl2pPr marL="914400" marR="0" lvl="1" indent="-558800" algn="l" rtl="0">
              <a:spcBef>
                <a:spcPts val="1000"/>
              </a:spcBef>
              <a:spcAft>
                <a:spcPts val="0"/>
              </a:spcAft>
              <a:buClr>
                <a:schemeClr val="dk1"/>
              </a:buClr>
              <a:buSzPts val="5200"/>
              <a:buFont typeface="Arial"/>
              <a:buChar char="–"/>
              <a:defRPr sz="5200" b="0" i="0" u="none" strike="noStrike" cap="none">
                <a:solidFill>
                  <a:schemeClr val="dk1"/>
                </a:solidFill>
                <a:latin typeface="Calibri"/>
                <a:ea typeface="Calibri"/>
                <a:cs typeface="Calibri"/>
                <a:sym typeface="Calibri"/>
              </a:defRPr>
            </a:lvl2pPr>
            <a:lvl3pPr marL="1371600" marR="0" lvl="2" indent="-514350" algn="l" rtl="0">
              <a:spcBef>
                <a:spcPts val="9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3pPr>
            <a:lvl4pPr marL="1828800" marR="0" lvl="3" indent="-463550" algn="l" rtl="0">
              <a:spcBef>
                <a:spcPts val="7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4pPr>
            <a:lvl5pPr marL="2286000" marR="0" lvl="4" indent="-463550" algn="l" rtl="0">
              <a:spcBef>
                <a:spcPts val="7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5pPr>
            <a:lvl6pPr marL="2743200" marR="0" lvl="5" indent="-463550" algn="l" rtl="0">
              <a:spcBef>
                <a:spcPts val="7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6pPr>
            <a:lvl7pPr marL="3200400" marR="0" lvl="6" indent="-463550" algn="l" rtl="0">
              <a:spcBef>
                <a:spcPts val="7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7pPr>
            <a:lvl8pPr marL="3657600" marR="0" lvl="7" indent="-463550" algn="l" rtl="0">
              <a:spcBef>
                <a:spcPts val="7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8pPr>
            <a:lvl9pPr marL="4114800" marR="0" lvl="8" indent="-463550" algn="l" rtl="0">
              <a:spcBef>
                <a:spcPts val="7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720000" y="10677334"/>
            <a:ext cx="3360000" cy="613200"/>
          </a:xfrm>
          <a:prstGeom prst="rect">
            <a:avLst/>
          </a:prstGeom>
          <a:noFill/>
          <a:ln>
            <a:noFill/>
          </a:ln>
        </p:spPr>
        <p:txBody>
          <a:bodyPr spcFirstLastPara="1" wrap="square" lIns="169875" tIns="84925" rIns="169875" bIns="84925" anchor="ctr" anchorCtr="0">
            <a:noAutofit/>
          </a:bodyPr>
          <a:lstStyle>
            <a:lvl1pPr marR="0" lvl="0" algn="l" rtl="0">
              <a:spcBef>
                <a:spcPts val="0"/>
              </a:spcBef>
              <a:spcAft>
                <a:spcPts val="0"/>
              </a:spcAft>
              <a:buSzPts val="600"/>
              <a:buNone/>
              <a:defRPr sz="2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4920002" y="10677334"/>
            <a:ext cx="4560000" cy="613200"/>
          </a:xfrm>
          <a:prstGeom prst="rect">
            <a:avLst/>
          </a:prstGeom>
          <a:noFill/>
          <a:ln>
            <a:noFill/>
          </a:ln>
        </p:spPr>
        <p:txBody>
          <a:bodyPr spcFirstLastPara="1" wrap="square" lIns="169875" tIns="84925" rIns="169875" bIns="84925" anchor="ctr" anchorCtr="0">
            <a:noAutofit/>
          </a:bodyPr>
          <a:lstStyle>
            <a:lvl1pPr marR="0" lvl="0" algn="ctr" rtl="0">
              <a:spcBef>
                <a:spcPts val="0"/>
              </a:spcBef>
              <a:spcAft>
                <a:spcPts val="0"/>
              </a:spcAft>
              <a:buSzPts val="600"/>
              <a:buNone/>
              <a:defRPr sz="2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600"/>
              <a:buNone/>
              <a:defRPr sz="33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10320004" y="10677334"/>
            <a:ext cx="3360000" cy="613200"/>
          </a:xfrm>
          <a:prstGeom prst="rect">
            <a:avLst/>
          </a:prstGeom>
          <a:noFill/>
          <a:ln>
            <a:noFill/>
          </a:ln>
        </p:spPr>
        <p:txBody>
          <a:bodyPr spcFirstLastPara="1" wrap="square" lIns="169875" tIns="84925" rIns="169875" bIns="84925" anchor="ctr" anchorCtr="0">
            <a:noAutofit/>
          </a:bodyPr>
          <a:lstStyle>
            <a:lvl1pPr marL="0" marR="0" lvl="0" indent="0" algn="r" rtl="0">
              <a:spcBef>
                <a:spcPts val="0"/>
              </a:spcBef>
              <a:buNone/>
              <a:defRPr sz="2200" b="0" i="0" u="none" strike="noStrike" cap="none">
                <a:solidFill>
                  <a:srgbClr val="888888"/>
                </a:solidFill>
                <a:latin typeface="Calibri"/>
                <a:ea typeface="Calibri"/>
                <a:cs typeface="Calibri"/>
                <a:sym typeface="Calibri"/>
              </a:defRPr>
            </a:lvl1pPr>
            <a:lvl2pPr marL="0" marR="0" lvl="1" indent="0" algn="r" rtl="0">
              <a:spcBef>
                <a:spcPts val="0"/>
              </a:spcBef>
              <a:buNone/>
              <a:defRPr sz="2200" b="0" i="0" u="none" strike="noStrike" cap="none">
                <a:solidFill>
                  <a:srgbClr val="888888"/>
                </a:solidFill>
                <a:latin typeface="Calibri"/>
                <a:ea typeface="Calibri"/>
                <a:cs typeface="Calibri"/>
                <a:sym typeface="Calibri"/>
              </a:defRPr>
            </a:lvl2pPr>
            <a:lvl3pPr marL="0" marR="0" lvl="2" indent="0" algn="r" rtl="0">
              <a:spcBef>
                <a:spcPts val="0"/>
              </a:spcBef>
              <a:buNone/>
              <a:defRPr sz="2200" b="0" i="0" u="none" strike="noStrike" cap="none">
                <a:solidFill>
                  <a:srgbClr val="888888"/>
                </a:solidFill>
                <a:latin typeface="Calibri"/>
                <a:ea typeface="Calibri"/>
                <a:cs typeface="Calibri"/>
                <a:sym typeface="Calibri"/>
              </a:defRPr>
            </a:lvl3pPr>
            <a:lvl4pPr marL="0" marR="0" lvl="3" indent="0" algn="r" rtl="0">
              <a:spcBef>
                <a:spcPts val="0"/>
              </a:spcBef>
              <a:buNone/>
              <a:defRPr sz="2200" b="0" i="0" u="none" strike="noStrike" cap="none">
                <a:solidFill>
                  <a:srgbClr val="888888"/>
                </a:solidFill>
                <a:latin typeface="Calibri"/>
                <a:ea typeface="Calibri"/>
                <a:cs typeface="Calibri"/>
                <a:sym typeface="Calibri"/>
              </a:defRPr>
            </a:lvl4pPr>
            <a:lvl5pPr marL="0" marR="0" lvl="4" indent="0" algn="r" rtl="0">
              <a:spcBef>
                <a:spcPts val="0"/>
              </a:spcBef>
              <a:buNone/>
              <a:defRPr sz="2200" b="0" i="0" u="none" strike="noStrike" cap="none">
                <a:solidFill>
                  <a:srgbClr val="888888"/>
                </a:solidFill>
                <a:latin typeface="Calibri"/>
                <a:ea typeface="Calibri"/>
                <a:cs typeface="Calibri"/>
                <a:sym typeface="Calibri"/>
              </a:defRPr>
            </a:lvl5pPr>
            <a:lvl6pPr marL="0" marR="0" lvl="5" indent="0" algn="r" rtl="0">
              <a:spcBef>
                <a:spcPts val="0"/>
              </a:spcBef>
              <a:buNone/>
              <a:defRPr sz="2200" b="0" i="0" u="none" strike="noStrike" cap="none">
                <a:solidFill>
                  <a:srgbClr val="888888"/>
                </a:solidFill>
                <a:latin typeface="Calibri"/>
                <a:ea typeface="Calibri"/>
                <a:cs typeface="Calibri"/>
                <a:sym typeface="Calibri"/>
              </a:defRPr>
            </a:lvl6pPr>
            <a:lvl7pPr marL="0" marR="0" lvl="6" indent="0" algn="r" rtl="0">
              <a:spcBef>
                <a:spcPts val="0"/>
              </a:spcBef>
              <a:buNone/>
              <a:defRPr sz="2200" b="0" i="0" u="none" strike="noStrike" cap="none">
                <a:solidFill>
                  <a:srgbClr val="888888"/>
                </a:solidFill>
                <a:latin typeface="Calibri"/>
                <a:ea typeface="Calibri"/>
                <a:cs typeface="Calibri"/>
                <a:sym typeface="Calibri"/>
              </a:defRPr>
            </a:lvl7pPr>
            <a:lvl8pPr marL="0" marR="0" lvl="7" indent="0" algn="r" rtl="0">
              <a:spcBef>
                <a:spcPts val="0"/>
              </a:spcBef>
              <a:buNone/>
              <a:defRPr sz="2200" b="0" i="0" u="none" strike="noStrike" cap="none">
                <a:solidFill>
                  <a:srgbClr val="888888"/>
                </a:solidFill>
                <a:latin typeface="Calibri"/>
                <a:ea typeface="Calibri"/>
                <a:cs typeface="Calibri"/>
                <a:sym typeface="Calibri"/>
              </a:defRPr>
            </a:lvl8pPr>
            <a:lvl9pPr marL="0" marR="0" lvl="8" indent="0" algn="r" rtl="0">
              <a:spcBef>
                <a:spcPts val="0"/>
              </a:spcBef>
              <a:buNone/>
              <a:defRPr sz="2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0" y="10007257"/>
            <a:ext cx="14400000" cy="1475100"/>
          </a:xfrm>
          <a:prstGeom prst="rect">
            <a:avLst/>
          </a:prstGeom>
          <a:solidFill>
            <a:srgbClr val="156570"/>
          </a:solidFill>
          <a:ln w="9525" cap="flat" cmpd="sng">
            <a:solidFill>
              <a:srgbClr val="15657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37200" tIns="18600" rIns="37200" bIns="18600" anchor="ctr" anchorCtr="0">
            <a:noAutofit/>
          </a:bodyPr>
          <a:lstStyle/>
          <a:p>
            <a:pPr marL="0" marR="0" lvl="0" indent="0" algn="ctr" rtl="0">
              <a:spcBef>
                <a:spcPts val="0"/>
              </a:spcBef>
              <a:spcAft>
                <a:spcPts val="0"/>
              </a:spcAft>
              <a:buNone/>
            </a:pPr>
            <a:endParaRPr sz="3300" b="0" i="0" u="none" strike="noStrike" cap="none">
              <a:solidFill>
                <a:schemeClr val="lt1"/>
              </a:solidFill>
              <a:latin typeface="Calibri"/>
              <a:ea typeface="Calibri"/>
              <a:cs typeface="Calibri"/>
              <a:sym typeface="Calibri"/>
            </a:endParaRPr>
          </a:p>
        </p:txBody>
      </p:sp>
      <p:sp>
        <p:nvSpPr>
          <p:cNvPr id="90" name="Google Shape;90;p1"/>
          <p:cNvSpPr/>
          <p:nvPr/>
        </p:nvSpPr>
        <p:spPr>
          <a:xfrm>
            <a:off x="0" y="-62"/>
            <a:ext cx="14400000" cy="1572000"/>
          </a:xfrm>
          <a:prstGeom prst="rect">
            <a:avLst/>
          </a:prstGeom>
          <a:solidFill>
            <a:srgbClr val="156570"/>
          </a:solidFill>
          <a:ln w="9525" cap="flat" cmpd="sng">
            <a:solidFill>
              <a:srgbClr val="15657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37200" tIns="18600" rIns="37200" bIns="18600" anchor="ctr" anchorCtr="0">
            <a:noAutofit/>
          </a:bodyPr>
          <a:lstStyle/>
          <a:p>
            <a:pPr marL="0" marR="0" lvl="0" indent="0" algn="ctr" rtl="0">
              <a:spcBef>
                <a:spcPts val="0"/>
              </a:spcBef>
              <a:spcAft>
                <a:spcPts val="0"/>
              </a:spcAft>
              <a:buNone/>
            </a:pPr>
            <a:endParaRPr sz="3300" b="0" i="0" u="none" strike="noStrike" cap="none">
              <a:solidFill>
                <a:schemeClr val="lt1"/>
              </a:solidFill>
              <a:latin typeface="Calibri"/>
              <a:ea typeface="Calibri"/>
              <a:cs typeface="Calibri"/>
              <a:sym typeface="Calibri"/>
            </a:endParaRPr>
          </a:p>
        </p:txBody>
      </p:sp>
      <p:pic>
        <p:nvPicPr>
          <p:cNvPr id="91" name="Google Shape;91;p1" descr="UNI LOGO Cav Lab reverse colour shield.eps"/>
          <p:cNvPicPr preferRelativeResize="0"/>
          <p:nvPr/>
        </p:nvPicPr>
        <p:blipFill rotWithShape="1">
          <a:blip r:embed="rId3">
            <a:alphaModFix/>
          </a:blip>
          <a:srcRect/>
          <a:stretch/>
        </p:blipFill>
        <p:spPr>
          <a:xfrm>
            <a:off x="9352059" y="359722"/>
            <a:ext cx="2533008" cy="852458"/>
          </a:xfrm>
          <a:prstGeom prst="rect">
            <a:avLst/>
          </a:prstGeom>
          <a:noFill/>
          <a:ln>
            <a:noFill/>
          </a:ln>
        </p:spPr>
      </p:pic>
      <p:pic>
        <p:nvPicPr>
          <p:cNvPr id="92" name="Google Shape;92;p1" descr="Winton Physics of Sustainability Logo Reverse Out.eps"/>
          <p:cNvPicPr preferRelativeResize="0"/>
          <p:nvPr/>
        </p:nvPicPr>
        <p:blipFill rotWithShape="1">
          <a:blip r:embed="rId4">
            <a:alphaModFix/>
          </a:blip>
          <a:srcRect/>
          <a:stretch/>
        </p:blipFill>
        <p:spPr>
          <a:xfrm>
            <a:off x="9874278" y="10454200"/>
            <a:ext cx="4292478" cy="581225"/>
          </a:xfrm>
          <a:prstGeom prst="rect">
            <a:avLst/>
          </a:prstGeom>
          <a:noFill/>
          <a:ln>
            <a:noFill/>
          </a:ln>
        </p:spPr>
      </p:pic>
      <p:sp>
        <p:nvSpPr>
          <p:cNvPr id="93" name="Google Shape;93;p1"/>
          <p:cNvSpPr/>
          <p:nvPr/>
        </p:nvSpPr>
        <p:spPr>
          <a:xfrm>
            <a:off x="0" y="1407962"/>
            <a:ext cx="14400000" cy="970500"/>
          </a:xfrm>
          <a:prstGeom prst="rect">
            <a:avLst/>
          </a:prstGeom>
          <a:solidFill>
            <a:srgbClr val="BCBCBC"/>
          </a:solidFill>
          <a:ln w="9525" cap="flat" cmpd="sng">
            <a:solidFill>
              <a:srgbClr val="BCBCBC"/>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37200" tIns="18600" rIns="37200" bIns="18600" anchor="ctr" anchorCtr="0">
            <a:noAutofit/>
          </a:bodyPr>
          <a:lstStyle/>
          <a:p>
            <a:pPr marL="0" marR="0" lvl="0" indent="0" algn="ctr"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4" name="Google Shape;94;p1"/>
          <p:cNvSpPr/>
          <p:nvPr/>
        </p:nvSpPr>
        <p:spPr>
          <a:xfrm>
            <a:off x="0" y="2282812"/>
            <a:ext cx="14400000" cy="77400"/>
          </a:xfrm>
          <a:prstGeom prst="rect">
            <a:avLst/>
          </a:prstGeom>
          <a:solidFill>
            <a:srgbClr val="7F7F7F"/>
          </a:solidFill>
          <a:ln w="9525" cap="flat" cmpd="sng">
            <a:solidFill>
              <a:srgbClr val="7F7F7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37200" tIns="18600" rIns="37200" bIns="18600" anchor="ctr" anchorCtr="0">
            <a:noAutofit/>
          </a:bodyPr>
          <a:lstStyle/>
          <a:p>
            <a:pPr marL="0" marR="0" lvl="0" indent="0" algn="ctr" rtl="0">
              <a:spcBef>
                <a:spcPts val="0"/>
              </a:spcBef>
              <a:spcAft>
                <a:spcPts val="0"/>
              </a:spcAft>
              <a:buNone/>
            </a:pPr>
            <a:endParaRPr sz="3300">
              <a:solidFill>
                <a:schemeClr val="dk1"/>
              </a:solidFill>
              <a:latin typeface="Calibri"/>
              <a:ea typeface="Calibri"/>
              <a:cs typeface="Calibri"/>
              <a:sym typeface="Calibri"/>
            </a:endParaRPr>
          </a:p>
        </p:txBody>
      </p:sp>
      <p:sp>
        <p:nvSpPr>
          <p:cNvPr id="95" name="Google Shape;95;p1"/>
          <p:cNvSpPr txBox="1"/>
          <p:nvPr/>
        </p:nvSpPr>
        <p:spPr>
          <a:xfrm>
            <a:off x="624134" y="2457716"/>
            <a:ext cx="7466100" cy="129900"/>
          </a:xfrm>
          <a:prstGeom prst="rect">
            <a:avLst/>
          </a:prstGeom>
          <a:noFill/>
          <a:ln>
            <a:noFill/>
          </a:ln>
        </p:spPr>
        <p:txBody>
          <a:bodyPr spcFirstLastPara="1" wrap="square" lIns="37200" tIns="18600" rIns="37200" bIns="18600" anchor="t" anchorCtr="0">
            <a:spAutoFit/>
          </a:bodyPr>
          <a:lstStyle/>
          <a:p>
            <a:pPr marL="0" marR="0" lvl="0" indent="0" algn="l" rtl="0">
              <a:spcBef>
                <a:spcPts val="0"/>
              </a:spcBef>
              <a:spcAft>
                <a:spcPts val="0"/>
              </a:spcAft>
              <a:buNone/>
            </a:pPr>
            <a:endParaRPr sz="600"/>
          </a:p>
        </p:txBody>
      </p:sp>
      <p:sp>
        <p:nvSpPr>
          <p:cNvPr id="96" name="Google Shape;96;p1"/>
          <p:cNvSpPr txBox="1"/>
          <p:nvPr/>
        </p:nvSpPr>
        <p:spPr>
          <a:xfrm>
            <a:off x="252221" y="5760000"/>
            <a:ext cx="200700" cy="545400"/>
          </a:xfrm>
          <a:prstGeom prst="rect">
            <a:avLst/>
          </a:prstGeom>
          <a:noFill/>
          <a:ln>
            <a:noFill/>
          </a:ln>
        </p:spPr>
        <p:txBody>
          <a:bodyPr spcFirstLastPara="1" wrap="square" lIns="37200" tIns="18600" rIns="37200" bIns="18600" anchor="t" anchorCtr="0">
            <a:spAutoFit/>
          </a:bodyPr>
          <a:lstStyle/>
          <a:p>
            <a:pPr marL="0" marR="0" lvl="0" indent="0" algn="l" rtl="0">
              <a:spcBef>
                <a:spcPts val="0"/>
              </a:spcBef>
              <a:spcAft>
                <a:spcPts val="0"/>
              </a:spcAft>
              <a:buNone/>
            </a:pPr>
            <a:r>
              <a:rPr lang="en-GB" sz="3300">
                <a:solidFill>
                  <a:schemeClr val="dk1"/>
                </a:solidFill>
                <a:latin typeface="Calibri"/>
                <a:ea typeface="Calibri"/>
                <a:cs typeface="Calibri"/>
                <a:sym typeface="Calibri"/>
              </a:rPr>
              <a:t> </a:t>
            </a:r>
            <a:endParaRPr sz="600"/>
          </a:p>
        </p:txBody>
      </p:sp>
      <p:pic>
        <p:nvPicPr>
          <p:cNvPr id="97" name="Google Shape;97;p1" title="LBNL_Logo.png"/>
          <p:cNvPicPr preferRelativeResize="0"/>
          <p:nvPr/>
        </p:nvPicPr>
        <p:blipFill>
          <a:blip r:embed="rId5">
            <a:alphaModFix/>
          </a:blip>
          <a:stretch>
            <a:fillRect/>
          </a:stretch>
        </p:blipFill>
        <p:spPr>
          <a:xfrm>
            <a:off x="3536346" y="214254"/>
            <a:ext cx="1304925" cy="1114425"/>
          </a:xfrm>
          <a:prstGeom prst="rect">
            <a:avLst/>
          </a:prstGeom>
          <a:solidFill>
            <a:srgbClr val="156570"/>
          </a:solidFill>
          <a:ln w="9525" cap="flat" cmpd="sng">
            <a:solidFill>
              <a:srgbClr val="156570"/>
            </a:solidFill>
            <a:prstDash val="solid"/>
            <a:round/>
            <a:headEnd type="none" w="sm" len="sm"/>
            <a:tailEnd type="none" w="sm" len="sm"/>
          </a:ln>
          <a:effectLst>
            <a:outerShdw blurRad="40000" dist="23000" dir="5400000" rotWithShape="0">
              <a:srgbClr val="000000">
                <a:alpha val="34900"/>
              </a:srgbClr>
            </a:outerShdw>
          </a:effectLst>
        </p:spPr>
      </p:pic>
      <p:pic>
        <p:nvPicPr>
          <p:cNvPr id="98" name="Google Shape;98;p1" title="UC Berkeley Logo.png"/>
          <p:cNvPicPr preferRelativeResize="0"/>
          <p:nvPr/>
        </p:nvPicPr>
        <p:blipFill>
          <a:blip r:embed="rId6">
            <a:alphaModFix/>
          </a:blip>
          <a:stretch>
            <a:fillRect/>
          </a:stretch>
        </p:blipFill>
        <p:spPr>
          <a:xfrm>
            <a:off x="1261388" y="141125"/>
            <a:ext cx="1572001" cy="1187550"/>
          </a:xfrm>
          <a:prstGeom prst="rect">
            <a:avLst/>
          </a:prstGeom>
          <a:solidFill>
            <a:srgbClr val="156570"/>
          </a:solidFill>
          <a:ln w="9525" cap="flat" cmpd="sng">
            <a:solidFill>
              <a:srgbClr val="156570"/>
            </a:solidFill>
            <a:prstDash val="solid"/>
            <a:round/>
            <a:headEnd type="none" w="sm" len="sm"/>
            <a:tailEnd type="none" w="sm" len="sm"/>
          </a:ln>
          <a:effectLst>
            <a:outerShdw blurRad="40000" dist="23000" dir="5400000" rotWithShape="0">
              <a:srgbClr val="000000">
                <a:alpha val="34900"/>
              </a:srgbClr>
            </a:outerShdw>
          </a:effectLst>
        </p:spPr>
      </p:pic>
      <p:pic>
        <p:nvPicPr>
          <p:cNvPr id="99" name="Google Shape;99;p1" title="Kavli ENSI Logo_LBNL Creative Services.png"/>
          <p:cNvPicPr preferRelativeResize="0"/>
          <p:nvPr/>
        </p:nvPicPr>
        <p:blipFill>
          <a:blip r:embed="rId7">
            <a:alphaModFix/>
          </a:blip>
          <a:stretch>
            <a:fillRect/>
          </a:stretch>
        </p:blipFill>
        <p:spPr>
          <a:xfrm>
            <a:off x="252223" y="10070337"/>
            <a:ext cx="3108425" cy="1348950"/>
          </a:xfrm>
          <a:prstGeom prst="rect">
            <a:avLst/>
          </a:prstGeom>
          <a:noFill/>
          <a:ln>
            <a:noFill/>
          </a:ln>
        </p:spPr>
      </p:pic>
      <p:sp>
        <p:nvSpPr>
          <p:cNvPr id="2" name="TextBox 1">
            <a:extLst>
              <a:ext uri="{FF2B5EF4-FFF2-40B4-BE49-F238E27FC236}">
                <a16:creationId xmlns:a16="http://schemas.microsoft.com/office/drawing/2014/main" id="{3C0E6D8C-4CD1-A294-0948-BF7927ED8876}"/>
              </a:ext>
            </a:extLst>
          </p:cNvPr>
          <p:cNvSpPr txBox="1"/>
          <p:nvPr/>
        </p:nvSpPr>
        <p:spPr>
          <a:xfrm>
            <a:off x="0" y="1371386"/>
            <a:ext cx="14400213" cy="954107"/>
          </a:xfrm>
          <a:prstGeom prst="rect">
            <a:avLst/>
          </a:prstGeom>
          <a:noFill/>
        </p:spPr>
        <p:txBody>
          <a:bodyPr wrap="square" rtlCol="0">
            <a:spAutoFit/>
          </a:bodyPr>
          <a:lstStyle/>
          <a:p>
            <a:pPr algn="ctr"/>
            <a:r>
              <a:rPr lang="en-US" sz="2400" b="1" dirty="0">
                <a:latin typeface="Cambria" panose="02040503050406030204" pitchFamily="18" charset="0"/>
                <a:ea typeface="Cambria" panose="02040503050406030204" pitchFamily="18" charset="0"/>
                <a:cs typeface="Calibri" panose="020F0502020204030204" pitchFamily="34" charset="0"/>
              </a:rPr>
              <a:t>Breakdown of Superdiffusion in Perturbed Quantum Integrable Spin Chains and Ladders</a:t>
            </a:r>
          </a:p>
          <a:p>
            <a:pPr algn="ctr"/>
            <a:r>
              <a:rPr lang="en-US" sz="1800" dirty="0">
                <a:latin typeface="Cambria" panose="02040503050406030204" pitchFamily="18" charset="0"/>
                <a:ea typeface="Cambria" panose="02040503050406030204" pitchFamily="18" charset="0"/>
                <a:cs typeface="Calibri" panose="020F0502020204030204" pitchFamily="34" charset="0"/>
              </a:rPr>
              <a:t>Kevin Wang, Joel Moore</a:t>
            </a:r>
          </a:p>
          <a:p>
            <a:pPr algn="ctr"/>
            <a:r>
              <a:rPr lang="en-US" sz="1200" i="1" dirty="0">
                <a:latin typeface="Cambria" panose="02040503050406030204" pitchFamily="18" charset="0"/>
                <a:ea typeface="Cambria" panose="02040503050406030204" pitchFamily="18" charset="0"/>
                <a:cs typeface="Calibri" panose="020F0502020204030204" pitchFamily="34" charset="0"/>
              </a:rPr>
              <a:t>Department of Physics, University of California, Berkeley</a:t>
            </a:r>
            <a:endParaRPr lang="en-US" sz="1100" i="1" dirty="0">
              <a:latin typeface="Cambria" panose="02040503050406030204" pitchFamily="18" charset="0"/>
              <a:ea typeface="Cambria" panose="02040503050406030204" pitchFamily="18"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8B8EA55-8302-8B4B-5CFF-73B9AA4C90E1}"/>
                  </a:ext>
                </a:extLst>
              </p:cNvPr>
              <p:cNvSpPr txBox="1"/>
              <p:nvPr/>
            </p:nvSpPr>
            <p:spPr>
              <a:xfrm>
                <a:off x="94511" y="2541225"/>
                <a:ext cx="4484154" cy="6907340"/>
              </a:xfrm>
              <a:prstGeom prst="rect">
                <a:avLst/>
              </a:prstGeom>
              <a:ln>
                <a:solidFill>
                  <a:schemeClr val="accent5">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800" b="1" dirty="0">
                    <a:solidFill>
                      <a:schemeClr val="accent5">
                        <a:lumMod val="50000"/>
                      </a:schemeClr>
                    </a:solidFill>
                    <a:latin typeface="Cambria" panose="02040503050406030204" pitchFamily="18" charset="0"/>
                    <a:ea typeface="Cambria" panose="02040503050406030204" pitchFamily="18" charset="0"/>
                    <a:cs typeface="Calibri" panose="020F0502020204030204" pitchFamily="34" charset="0"/>
                  </a:rPr>
                  <a:t>Introduction</a:t>
                </a:r>
              </a:p>
              <a:p>
                <a:pPr algn="ctr"/>
                <a:endParaRPr lang="en-US" sz="900" b="1" dirty="0">
                  <a:solidFill>
                    <a:schemeClr val="accent5">
                      <a:lumMod val="50000"/>
                    </a:schemeClr>
                  </a:solidFill>
                  <a:latin typeface="Cambria" panose="02040503050406030204" pitchFamily="18" charset="0"/>
                  <a:ea typeface="Cambria" panose="02040503050406030204" pitchFamily="18" charset="0"/>
                  <a:cs typeface="Calibri" panose="020F0502020204030204" pitchFamily="34" charset="0"/>
                </a:endParaRPr>
              </a:p>
              <a:p>
                <a:pPr algn="ct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𝐻</m:t>
                      </m:r>
                      <m:r>
                        <a:rPr lang="en-US" sz="1200" i="1">
                          <a:latin typeface="Cambria Math" panose="02040503050406030204" pitchFamily="18" charset="0"/>
                        </a:rPr>
                        <m:t>=</m:t>
                      </m:r>
                      <m:r>
                        <a:rPr lang="en-US" sz="1200" i="1">
                          <a:latin typeface="Cambria Math" panose="02040503050406030204" pitchFamily="18" charset="0"/>
                        </a:rPr>
                        <m:t>𝐽</m:t>
                      </m:r>
                      <m:nary>
                        <m:naryPr>
                          <m:chr m:val="∑"/>
                          <m:supHide m:val="on"/>
                          <m:ctrlPr>
                            <a:rPr lang="en-US" sz="1200" i="1">
                              <a:latin typeface="Cambria Math" panose="02040503050406030204" pitchFamily="18" charset="0"/>
                            </a:rPr>
                          </m:ctrlPr>
                        </m:naryPr>
                        <m:sub>
                          <m:r>
                            <m:rPr>
                              <m:brk m:alnAt="7"/>
                            </m:rPr>
                            <a:rPr lang="en-US" sz="1200" i="1">
                              <a:latin typeface="Cambria Math" panose="02040503050406030204" pitchFamily="18" charset="0"/>
                            </a:rPr>
                            <m:t>&lt;</m:t>
                          </m:r>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r>
                            <a:rPr lang="en-US" sz="1200" i="1">
                              <a:latin typeface="Cambria Math" panose="02040503050406030204" pitchFamily="18" charset="0"/>
                            </a:rPr>
                            <m:t>&gt;</m:t>
                          </m:r>
                        </m:sub>
                        <m:sup/>
                        <m:e>
                          <m:sSub>
                            <m:sSubPr>
                              <m:ctrlPr>
                                <a:rPr lang="en-US" sz="1200" i="1" dirty="0">
                                  <a:latin typeface="Cambria Math" panose="02040503050406030204" pitchFamily="18" charset="0"/>
                                </a:rPr>
                              </m:ctrlPr>
                            </m:sSubPr>
                            <m:e>
                              <m:acc>
                                <m:accPr>
                                  <m:chr m:val="⃗"/>
                                  <m:ctrlPr>
                                    <a:rPr lang="en-US" sz="1200" i="1" dirty="0">
                                      <a:latin typeface="Cambria Math" panose="02040503050406030204" pitchFamily="18" charset="0"/>
                                    </a:rPr>
                                  </m:ctrlPr>
                                </m:accPr>
                                <m:e>
                                  <m:r>
                                    <a:rPr lang="en-US" sz="1200" i="1" dirty="0">
                                      <a:latin typeface="Cambria Math" panose="02040503050406030204" pitchFamily="18" charset="0"/>
                                    </a:rPr>
                                    <m:t>𝑆</m:t>
                                  </m:r>
                                </m:e>
                              </m:acc>
                            </m:e>
                            <m:sub>
                              <m:r>
                                <a:rPr lang="en-US" sz="1200" i="1" dirty="0">
                                  <a:latin typeface="Cambria Math" panose="02040503050406030204" pitchFamily="18" charset="0"/>
                                </a:rPr>
                                <m:t>𝑖</m:t>
                              </m:r>
                            </m:sub>
                          </m:sSub>
                        </m:e>
                      </m:nary>
                      <m:r>
                        <a:rPr lang="en-US" sz="1200" i="1">
                          <a:latin typeface="Cambria Math" panose="02040503050406030204" pitchFamily="18" charset="0"/>
                        </a:rPr>
                        <m:t>⋅</m:t>
                      </m:r>
                      <m:sSub>
                        <m:sSubPr>
                          <m:ctrlPr>
                            <a:rPr lang="en-US" sz="1200" i="1" dirty="0">
                              <a:latin typeface="Cambria Math" panose="02040503050406030204" pitchFamily="18" charset="0"/>
                            </a:rPr>
                          </m:ctrlPr>
                        </m:sSubPr>
                        <m:e>
                          <m:acc>
                            <m:accPr>
                              <m:chr m:val="⃗"/>
                              <m:ctrlPr>
                                <a:rPr lang="en-US" sz="1200" i="1" dirty="0">
                                  <a:latin typeface="Cambria Math" panose="02040503050406030204" pitchFamily="18" charset="0"/>
                                </a:rPr>
                              </m:ctrlPr>
                            </m:accPr>
                            <m:e>
                              <m:r>
                                <a:rPr lang="en-US" sz="1200" i="1" dirty="0">
                                  <a:latin typeface="Cambria Math" panose="02040503050406030204" pitchFamily="18" charset="0"/>
                                </a:rPr>
                                <m:t>𝑆</m:t>
                              </m:r>
                            </m:e>
                          </m:acc>
                        </m:e>
                        <m:sub>
                          <m:r>
                            <a:rPr lang="en-US" sz="1200" i="1" dirty="0">
                              <a:latin typeface="Cambria Math" panose="02040503050406030204" pitchFamily="18" charset="0"/>
                            </a:rPr>
                            <m:t>𝑗</m:t>
                          </m:r>
                        </m:sub>
                      </m:sSub>
                    </m:oMath>
                  </m:oMathPara>
                </a14:m>
                <a:endParaRPr lang="en-US" sz="1800" b="1" dirty="0">
                  <a:latin typeface="Calibri" panose="020F0502020204030204" pitchFamily="34" charset="0"/>
                  <a:ea typeface="Calibri" panose="020F0502020204030204" pitchFamily="34" charset="0"/>
                  <a:cs typeface="Calibri" panose="020F0502020204030204" pitchFamily="34" charset="0"/>
                </a:endParaRPr>
              </a:p>
              <a:p>
                <a:endParaRPr lang="en-US" sz="900" dirty="0">
                  <a:latin typeface="Calibri" panose="020F0502020204030204" pitchFamily="34" charset="0"/>
                  <a:ea typeface="Calibri" panose="020F0502020204030204" pitchFamily="34" charset="0"/>
                  <a:cs typeface="Calibri" panose="020F0502020204030204" pitchFamily="34" charset="0"/>
                </a:endParaRPr>
              </a:p>
              <a:p>
                <a:r>
                  <a:rPr lang="en-US" sz="1200" dirty="0">
                    <a:latin typeface="Cambria" panose="02040503050406030204" pitchFamily="18" charset="0"/>
                    <a:ea typeface="Cambria" panose="02040503050406030204" pitchFamily="18" charset="0"/>
                    <a:cs typeface="Calibri" panose="020F0502020204030204" pitchFamily="34" charset="0"/>
                  </a:rPr>
                  <a:t>The quantum Heisenberg model is a paradigmatic model of quantum magnetism, studied extensively since 1928. Its 1D physics is especially rich, with the S = 1/2 chain exactly solvable via the Bethe ansatz. This integrability implies an infinite number of locally conserved charges, which complicates traditional hydrodynamic descriptions of transport. In particular, it was only recently discovered that high-temperature spin transport was </a:t>
                </a:r>
                <a:r>
                  <a:rPr lang="en-US" sz="1200" i="1" dirty="0">
                    <a:latin typeface="Cambria" panose="02040503050406030204" pitchFamily="18" charset="0"/>
                    <a:ea typeface="Cambria" panose="02040503050406030204" pitchFamily="18" charset="0"/>
                    <a:cs typeface="Calibri" panose="020F0502020204030204" pitchFamily="34" charset="0"/>
                  </a:rPr>
                  <a:t>anomalous, </a:t>
                </a:r>
                <a:r>
                  <a:rPr lang="en-US" sz="1200" dirty="0">
                    <a:latin typeface="Cambria" panose="02040503050406030204" pitchFamily="18" charset="0"/>
                    <a:ea typeface="Cambria" panose="02040503050406030204" pitchFamily="18" charset="0"/>
                    <a:cs typeface="Calibri" panose="020F0502020204030204" pitchFamily="34" charset="0"/>
                  </a:rPr>
                  <a:t>with dynamical critical exponent z = 3/2 (</a:t>
                </a:r>
                <a14:m>
                  <m:oMath xmlns:m="http://schemas.openxmlformats.org/officeDocument/2006/math">
                    <m:r>
                      <a:rPr lang="en-US" sz="1200" i="1">
                        <a:latin typeface="Cambria Math" panose="02040503050406030204" pitchFamily="18" charset="0"/>
                      </a:rPr>
                      <m:t>𝑡</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𝑥</m:t>
                        </m:r>
                      </m:e>
                      <m:sup>
                        <m:r>
                          <a:rPr lang="en-US" sz="1200" i="1">
                            <a:latin typeface="Cambria Math" panose="02040503050406030204" pitchFamily="18" charset="0"/>
                          </a:rPr>
                          <m:t>𝑧</m:t>
                        </m:r>
                      </m:sup>
                    </m:sSup>
                    <m:r>
                      <a:rPr lang="en-US" sz="1200" b="0" i="1" smtClean="0">
                        <a:latin typeface="Cambria Math" panose="02040503050406030204" pitchFamily="18" charset="0"/>
                      </a:rPr>
                      <m:t>)</m:t>
                    </m:r>
                  </m:oMath>
                </a14:m>
                <a:r>
                  <a:rPr lang="en-US" sz="1200" dirty="0">
                    <a:latin typeface="Cambria" panose="02040503050406030204" pitchFamily="18" charset="0"/>
                    <a:ea typeface="Cambria" panose="02040503050406030204" pitchFamily="18" charset="0"/>
                    <a:cs typeface="Calibri" panose="020F0502020204030204" pitchFamily="34" charset="0"/>
                  </a:rPr>
                  <a:t>, referred to as superdiffusion. This has since been extended to other integrable systems with a non-abelian global symmetry </a:t>
                </a:r>
                <a14:m>
                  <m:oMath xmlns:m="http://schemas.openxmlformats.org/officeDocument/2006/math">
                    <m:r>
                      <a:rPr lang="en-US" sz="1200" i="1" dirty="0" smtClean="0">
                        <a:latin typeface="Cambria Math" panose="02040503050406030204" pitchFamily="18" charset="0"/>
                        <a:ea typeface="Cambria" panose="02040503050406030204" pitchFamily="18" charset="0"/>
                        <a:cs typeface="Calibri" panose="020F0502020204030204" pitchFamily="34" charset="0"/>
                      </a:rPr>
                      <m:t>𝐺</m:t>
                    </m:r>
                  </m:oMath>
                </a14:m>
                <a:r>
                  <a:rPr lang="en-US" sz="1200" dirty="0">
                    <a:latin typeface="Cambria" panose="02040503050406030204" pitchFamily="18" charset="0"/>
                    <a:ea typeface="Cambria" panose="02040503050406030204" pitchFamily="18" charset="0"/>
                    <a:cs typeface="Calibri" panose="020F0502020204030204" pitchFamily="34" charset="0"/>
                  </a:rPr>
                  <a:t>.</a:t>
                </a:r>
              </a:p>
              <a:p>
                <a:endParaRPr lang="en-US" dirty="0">
                  <a:latin typeface="Cambria" panose="02040503050406030204" pitchFamily="18" charset="0"/>
                  <a:ea typeface="Cambria" panose="02040503050406030204" pitchFamily="18"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BACC6">
                        <a:lumMod val="50000"/>
                      </a:srgbClr>
                    </a:solidFill>
                    <a:effectLst/>
                    <a:uLnTx/>
                    <a:uFillTx/>
                    <a:latin typeface="Cambria" panose="02040503050406030204" pitchFamily="18" charset="0"/>
                    <a:ea typeface="Cambria" panose="02040503050406030204" pitchFamily="18" charset="0"/>
                    <a:cs typeface="Calibri" panose="020F0502020204030204" pitchFamily="34" charset="0"/>
                    <a:sym typeface="Arial"/>
                  </a:rPr>
                  <a:t>Breaking Integrability</a:t>
                </a:r>
              </a:p>
              <a:p>
                <a:endParaRPr lang="en-US" dirty="0">
                  <a:latin typeface="Cambria" panose="02040503050406030204" pitchFamily="18" charset="0"/>
                  <a:ea typeface="Cambria" panose="02040503050406030204" pitchFamily="18" charset="0"/>
                  <a:cs typeface="Calibri" panose="020F0502020204030204" pitchFamily="34" charset="0"/>
                </a:endParaRPr>
              </a:p>
              <a:p>
                <a:r>
                  <a:rPr lang="en-US" sz="1200" dirty="0">
                    <a:latin typeface="Cambria" panose="02040503050406030204" pitchFamily="18" charset="0"/>
                    <a:ea typeface="Cambria" panose="02040503050406030204" pitchFamily="18" charset="0"/>
                    <a:cs typeface="Calibri" panose="020F0502020204030204" pitchFamily="34" charset="0"/>
                  </a:rPr>
                  <a:t>Upon breaking integrability, traditional diffusion (z = 2) is expected to emerge. How do we characterize the timescale at which this happens? If the perturbation is included as </a:t>
                </a:r>
                <a14:m>
                  <m:oMath xmlns:m="http://schemas.openxmlformats.org/officeDocument/2006/math">
                    <m:r>
                      <a:rPr lang="en-US" sz="1200" i="1">
                        <a:latin typeface="Cambria Math" panose="02040503050406030204" pitchFamily="18" charset="0"/>
                      </a:rPr>
                      <m:t>𝐻</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𝐻</m:t>
                        </m:r>
                      </m:e>
                      <m:sub>
                        <m:r>
                          <a:rPr lang="en-US" sz="1200" i="1">
                            <a:latin typeface="Cambria Math" panose="02040503050406030204" pitchFamily="18" charset="0"/>
                          </a:rPr>
                          <m:t>0</m:t>
                        </m:r>
                      </m:sub>
                    </m:sSub>
                    <m:r>
                      <a:rPr lang="en-US" sz="1200" i="1">
                        <a:latin typeface="Cambria Math" panose="02040503050406030204" pitchFamily="18" charset="0"/>
                      </a:rPr>
                      <m:t>+</m:t>
                    </m:r>
                    <m:r>
                      <a:rPr lang="en-US" sz="1200" i="1">
                        <a:latin typeface="Cambria Math" panose="02040503050406030204" pitchFamily="18" charset="0"/>
                      </a:rPr>
                      <m:t>𝜆</m:t>
                    </m:r>
                    <m:r>
                      <a:rPr lang="en-US" sz="1200" i="1">
                        <a:latin typeface="Cambria Math" panose="02040503050406030204" pitchFamily="18" charset="0"/>
                      </a:rPr>
                      <m:t>𝐻</m:t>
                    </m:r>
                    <m:r>
                      <a:rPr lang="en-US" sz="1200" i="1">
                        <a:latin typeface="Cambria Math" panose="02040503050406030204" pitchFamily="18" charset="0"/>
                      </a:rPr>
                      <m:t>′</m:t>
                    </m:r>
                  </m:oMath>
                </a14:m>
                <a:r>
                  <a:rPr lang="en-US" sz="1200" dirty="0">
                    <a:latin typeface="Cambria" panose="02040503050406030204" pitchFamily="18" charset="0"/>
                    <a:ea typeface="Cambria" panose="02040503050406030204" pitchFamily="18" charset="0"/>
                    <a:cs typeface="Calibri" panose="020F0502020204030204" pitchFamily="34" charset="0"/>
                  </a:rPr>
                  <a:t>, what is the scaling for diffusion to occur </a:t>
                </a:r>
                <a14:m>
                  <m:oMath xmlns:m="http://schemas.openxmlformats.org/officeDocument/2006/math">
                    <m:sSub>
                      <m:sSubPr>
                        <m:ctrlPr>
                          <a:rPr lang="en-US" sz="1200" b="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200" i="1" dirty="0" smtClean="0">
                            <a:latin typeface="Cambria Math" panose="02040503050406030204" pitchFamily="18" charset="0"/>
                            <a:ea typeface="Calibri" panose="020F0502020204030204" pitchFamily="34" charset="0"/>
                            <a:cs typeface="Calibri" panose="020F0502020204030204" pitchFamily="34" charset="0"/>
                          </a:rPr>
                          <m:t>𝑡</m:t>
                        </m:r>
                      </m:e>
                      <m:sub>
                        <m:r>
                          <a:rPr lang="en-US" sz="1200" b="0" i="1" dirty="0" smtClean="0">
                            <a:latin typeface="Cambria Math" panose="02040503050406030204" pitchFamily="18" charset="0"/>
                            <a:ea typeface="Calibri" panose="020F0502020204030204" pitchFamily="34" charset="0"/>
                            <a:cs typeface="Calibri" panose="020F0502020204030204" pitchFamily="34" charset="0"/>
                          </a:rPr>
                          <m:t>∗</m:t>
                        </m:r>
                      </m:sub>
                    </m:sSub>
                    <m:r>
                      <a:rPr lang="en-US" sz="1200" i="1" dirty="0" smtClean="0">
                        <a:latin typeface="Cambria Math" panose="02040503050406030204" pitchFamily="18" charset="0"/>
                        <a:ea typeface="Calibri" panose="020F0502020204030204" pitchFamily="34" charset="0"/>
                        <a:cs typeface="Calibri" panose="020F0502020204030204" pitchFamily="34" charset="0"/>
                      </a:rPr>
                      <m:t> </m:t>
                    </m:r>
                    <m:r>
                      <a:rPr lang="en-US" sz="1200" b="0" i="1" dirty="0" smtClean="0">
                        <a:latin typeface="Cambria Math" panose="02040503050406030204" pitchFamily="18" charset="0"/>
                        <a:ea typeface="Calibri" panose="020F0502020204030204" pitchFamily="34" charset="0"/>
                        <a:cs typeface="Calibri" panose="020F0502020204030204" pitchFamily="34" charset="0"/>
                      </a:rPr>
                      <m:t>~ </m:t>
                    </m:r>
                    <m:sSup>
                      <m:sSupPr>
                        <m:ctrlPr>
                          <a:rPr lang="en-US" sz="1200" b="0" i="1" dirty="0" smtClean="0">
                            <a:latin typeface="Cambria Math" panose="02040503050406030204" pitchFamily="18" charset="0"/>
                            <a:ea typeface="Calibri" panose="020F0502020204030204" pitchFamily="34" charset="0"/>
                            <a:cs typeface="Calibri" panose="020F0502020204030204" pitchFamily="34" charset="0"/>
                          </a:rPr>
                        </m:ctrlPr>
                      </m:sSupPr>
                      <m:e>
                        <m:r>
                          <a:rPr lang="en-US" sz="1200" b="0" i="1" dirty="0" smtClean="0">
                            <a:latin typeface="Cambria Math" panose="02040503050406030204" pitchFamily="18" charset="0"/>
                            <a:ea typeface="Calibri" panose="020F0502020204030204" pitchFamily="34" charset="0"/>
                            <a:cs typeface="Calibri" panose="020F0502020204030204" pitchFamily="34" charset="0"/>
                          </a:rPr>
                          <m:t>𝜆</m:t>
                        </m:r>
                      </m:e>
                      <m:sup>
                        <m:r>
                          <a:rPr lang="en-US" sz="1200" b="0" i="1" dirty="0" smtClean="0">
                            <a:latin typeface="Cambria Math" panose="02040503050406030204" pitchFamily="18" charset="0"/>
                            <a:ea typeface="Calibri" panose="020F0502020204030204" pitchFamily="34" charset="0"/>
                            <a:cs typeface="Calibri" panose="020F0502020204030204" pitchFamily="34" charset="0"/>
                          </a:rPr>
                          <m:t>−</m:t>
                        </m:r>
                        <m:r>
                          <a:rPr lang="en-US" sz="1200" b="0" i="1" dirty="0" smtClean="0">
                            <a:latin typeface="Cambria Math" panose="02040503050406030204" pitchFamily="18" charset="0"/>
                            <a:ea typeface="Calibri" panose="020F0502020204030204" pitchFamily="34" charset="0"/>
                            <a:cs typeface="Calibri" panose="020F0502020204030204" pitchFamily="34" charset="0"/>
                          </a:rPr>
                          <m:t>𝛼</m:t>
                        </m:r>
                      </m:sup>
                    </m:sSup>
                  </m:oMath>
                </a14:m>
                <a:r>
                  <a:rPr lang="en-US" sz="1200" dirty="0">
                    <a:latin typeface="Cambria" panose="02040503050406030204" pitchFamily="18" charset="0"/>
                    <a:ea typeface="Cambria" panose="02040503050406030204" pitchFamily="18" charset="0"/>
                  </a:rPr>
                  <a:t>? It turns out to depend on if </a:t>
                </a:r>
                <a14:m>
                  <m:oMath xmlns:m="http://schemas.openxmlformats.org/officeDocument/2006/math">
                    <m:r>
                      <a:rPr lang="en-US" sz="1200" i="1" dirty="0" smtClean="0">
                        <a:latin typeface="Cambria Math" panose="02040503050406030204" pitchFamily="18" charset="0"/>
                        <a:ea typeface="Cambria" panose="02040503050406030204" pitchFamily="18" charset="0"/>
                      </a:rPr>
                      <m:t>𝐻</m:t>
                    </m:r>
                    <m:r>
                      <a:rPr lang="en-US" sz="1200" b="0" i="1" dirty="0" smtClean="0">
                        <a:latin typeface="Cambria Math" panose="02040503050406030204" pitchFamily="18" charset="0"/>
                        <a:ea typeface="Cambria" panose="02040503050406030204" pitchFamily="18" charset="0"/>
                      </a:rPr>
                      <m:t>′</m:t>
                    </m:r>
                    <m:r>
                      <a:rPr lang="en-US" sz="1200" i="1" dirty="0" smtClean="0">
                        <a:latin typeface="Cambria Math" panose="02040503050406030204" pitchFamily="18" charset="0"/>
                        <a:ea typeface="Cambria" panose="02040503050406030204" pitchFamily="18" charset="0"/>
                      </a:rPr>
                      <m:t> </m:t>
                    </m:r>
                  </m:oMath>
                </a14:m>
                <a:r>
                  <a:rPr lang="en-US" sz="1200" dirty="0">
                    <a:latin typeface="Cambria" panose="02040503050406030204" pitchFamily="18" charset="0"/>
                    <a:ea typeface="Cambria" panose="02040503050406030204" pitchFamily="18" charset="0"/>
                  </a:rPr>
                  <a:t>preserves the global symmetry of </a:t>
                </a:r>
                <a14:m>
                  <m:oMath xmlns:m="http://schemas.openxmlformats.org/officeDocument/2006/math">
                    <m:sSub>
                      <m:sSubPr>
                        <m:ctrlPr>
                          <a:rPr lang="en-US" sz="1200" i="1" dirty="0" smtClean="0">
                            <a:latin typeface="Cambria Math" panose="02040503050406030204" pitchFamily="18" charset="0"/>
                            <a:ea typeface="Cambria" panose="02040503050406030204" pitchFamily="18" charset="0"/>
                          </a:rPr>
                        </m:ctrlPr>
                      </m:sSubPr>
                      <m:e>
                        <m:r>
                          <a:rPr lang="en-US" sz="1200" i="1" dirty="0" smtClean="0">
                            <a:latin typeface="Cambria Math" panose="02040503050406030204" pitchFamily="18" charset="0"/>
                            <a:ea typeface="Cambria" panose="02040503050406030204" pitchFamily="18" charset="0"/>
                          </a:rPr>
                          <m:t>𝐻</m:t>
                        </m:r>
                      </m:e>
                      <m:sub>
                        <m:r>
                          <a:rPr lang="en-US" sz="1200" b="0" i="1" dirty="0" smtClean="0">
                            <a:latin typeface="Cambria Math" panose="02040503050406030204" pitchFamily="18" charset="0"/>
                            <a:ea typeface="Cambria" panose="02040503050406030204" pitchFamily="18" charset="0"/>
                          </a:rPr>
                          <m:t>0</m:t>
                        </m:r>
                      </m:sub>
                    </m:sSub>
                  </m:oMath>
                </a14:m>
                <a:r>
                  <a:rPr lang="en-US" sz="1200" dirty="0">
                    <a:latin typeface="Cambria" panose="02040503050406030204" pitchFamily="18" charset="0"/>
                    <a:ea typeface="Cambria" panose="02040503050406030204" pitchFamily="18" charset="0"/>
                  </a:rPr>
                  <a:t>.</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sz="1050"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100" i="1">
                          <a:latin typeface="Cambria Math" panose="02040503050406030204" pitchFamily="18" charset="0"/>
                        </a:rPr>
                        <m:t>𝐻</m:t>
                      </m:r>
                      <m:r>
                        <a:rPr lang="en-US" sz="1100" i="1">
                          <a:latin typeface="Cambria Math" panose="02040503050406030204" pitchFamily="18" charset="0"/>
                        </a:rPr>
                        <m:t>=</m:t>
                      </m:r>
                      <m:r>
                        <a:rPr lang="en-US" sz="1100" i="1">
                          <a:latin typeface="Cambria Math" panose="02040503050406030204" pitchFamily="18" charset="0"/>
                        </a:rPr>
                        <m:t>𝐽</m:t>
                      </m:r>
                      <m:nary>
                        <m:naryPr>
                          <m:chr m:val="∑"/>
                          <m:supHide m:val="on"/>
                          <m:ctrlPr>
                            <a:rPr lang="en-US" sz="1100" i="1">
                              <a:latin typeface="Cambria Math" panose="02040503050406030204" pitchFamily="18" charset="0"/>
                            </a:rPr>
                          </m:ctrlPr>
                        </m:naryPr>
                        <m:sub>
                          <m:r>
                            <m:rPr>
                              <m:brk m:alnAt="7"/>
                            </m:rPr>
                            <a:rPr lang="en-US" sz="1100" i="1">
                              <a:latin typeface="Cambria Math" panose="02040503050406030204" pitchFamily="18" charset="0"/>
                            </a:rPr>
                            <m:t>&lt;</m:t>
                          </m:r>
                          <m:r>
                            <a:rPr lang="en-US" sz="1100" i="1">
                              <a:latin typeface="Cambria Math" panose="02040503050406030204" pitchFamily="18" charset="0"/>
                            </a:rPr>
                            <m:t>𝑖</m:t>
                          </m:r>
                          <m:r>
                            <a:rPr lang="en-US" sz="1100" i="1">
                              <a:latin typeface="Cambria Math" panose="02040503050406030204" pitchFamily="18" charset="0"/>
                            </a:rPr>
                            <m:t>,</m:t>
                          </m:r>
                          <m:r>
                            <a:rPr lang="en-US" sz="1100" i="1">
                              <a:latin typeface="Cambria Math" panose="02040503050406030204" pitchFamily="18" charset="0"/>
                            </a:rPr>
                            <m:t>𝑗</m:t>
                          </m:r>
                          <m:r>
                            <a:rPr lang="en-US" sz="1100" i="1">
                              <a:latin typeface="Cambria Math" panose="02040503050406030204" pitchFamily="18" charset="0"/>
                            </a:rPr>
                            <m:t>&gt;</m:t>
                          </m:r>
                        </m:sub>
                        <m:sup/>
                        <m:e>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r>
                                <a:rPr lang="en-US" sz="1100" i="1" dirty="0">
                                  <a:latin typeface="Cambria Math" panose="02040503050406030204" pitchFamily="18" charset="0"/>
                                </a:rPr>
                                <m:t>(1)</m:t>
                              </m:r>
                            </m:sup>
                          </m:sSubSup>
                        </m:e>
                      </m:nary>
                      <m:r>
                        <a:rPr lang="en-US" sz="1100" i="1" dirty="0">
                          <a:latin typeface="Cambria Math" panose="02040503050406030204" pitchFamily="18" charset="0"/>
                          <a:ea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𝑗</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1</m:t>
                              </m:r>
                            </m:e>
                          </m:d>
                        </m:sup>
                      </m:sSubSup>
                      <m:r>
                        <a:rPr lang="en-US" sz="1100" i="1" dirty="0">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2</m:t>
                              </m:r>
                            </m:e>
                          </m:d>
                        </m:sup>
                      </m:sSubSup>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𝑗</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2</m:t>
                              </m:r>
                            </m:e>
                          </m:d>
                        </m:sup>
                      </m:sSubSup>
                      <m:r>
                        <a:rPr lang="en-US" sz="1100" i="1" dirty="0">
                          <a:latin typeface="Cambria Math" panose="02040503050406030204" pitchFamily="18" charset="0"/>
                        </a:rPr>
                        <m:t>)</m:t>
                      </m:r>
                      <m:r>
                        <a:rPr lang="en-US" sz="1100" dirty="0">
                          <a:latin typeface="Cambria Math" panose="02040503050406030204" pitchFamily="18" charset="0"/>
                        </a:rPr>
                        <m:t>+</m:t>
                      </m:r>
                      <m:sSup>
                        <m:sSupPr>
                          <m:ctrlPr>
                            <a:rPr lang="en-US" sz="1100" i="1">
                              <a:latin typeface="Cambria Math" panose="02040503050406030204" pitchFamily="18" charset="0"/>
                            </a:rPr>
                          </m:ctrlPr>
                        </m:sSupPr>
                        <m:e>
                          <m:r>
                            <a:rPr lang="en-US" sz="1100" i="1">
                              <a:latin typeface="Cambria Math" panose="02040503050406030204" pitchFamily="18" charset="0"/>
                            </a:rPr>
                            <m:t>𝐽</m:t>
                          </m:r>
                        </m:e>
                        <m:sup>
                          <m:r>
                            <a:rPr lang="en-US" sz="1100" i="1">
                              <a:latin typeface="Cambria Math" panose="02040503050406030204" pitchFamily="18" charset="0"/>
                            </a:rPr>
                            <m:t>′</m:t>
                          </m:r>
                        </m:sup>
                      </m:sSup>
                      <m:nary>
                        <m:naryPr>
                          <m:chr m:val="∑"/>
                          <m:supHide m:val="on"/>
                          <m:ctrlPr>
                            <a:rPr lang="en-US" sz="1100" i="1">
                              <a:latin typeface="Cambria Math" panose="02040503050406030204" pitchFamily="18" charset="0"/>
                            </a:rPr>
                          </m:ctrlPr>
                        </m:naryPr>
                        <m:sub>
                          <m:r>
                            <a:rPr lang="en-US" sz="1100" i="1">
                              <a:latin typeface="Cambria Math" panose="02040503050406030204" pitchFamily="18" charset="0"/>
                            </a:rPr>
                            <m:t>𝑖</m:t>
                          </m:r>
                        </m:sub>
                        <m:sup/>
                        <m:e>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r>
                                <a:rPr lang="en-US" sz="1100" i="1" dirty="0">
                                  <a:latin typeface="Cambria Math" panose="02040503050406030204" pitchFamily="18" charset="0"/>
                                </a:rPr>
                                <m:t>(1)</m:t>
                              </m:r>
                            </m:sup>
                          </m:sSubSup>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r>
                                <a:rPr lang="en-US" sz="1100" i="1" dirty="0">
                                  <a:latin typeface="Cambria Math" panose="02040503050406030204" pitchFamily="18" charset="0"/>
                                </a:rPr>
                                <m:t>(2)</m:t>
                              </m:r>
                            </m:sup>
                          </m:sSubSup>
                          <m:r>
                            <a:rPr lang="en-US" sz="1100" i="1" dirty="0">
                              <a:latin typeface="Cambria Math" panose="02040503050406030204" pitchFamily="18" charset="0"/>
                            </a:rPr>
                            <m:t>)</m:t>
                          </m:r>
                        </m:e>
                      </m:nary>
                    </m:oMath>
                  </m:oMathPara>
                </a14:m>
                <a:endParaRPr lang="en-US" sz="1100" dirty="0"/>
              </a:p>
              <a:p>
                <a:pPr marL="0" indent="0">
                  <a:buNone/>
                </a:pPr>
                <a14:m>
                  <m:oMathPara xmlns:m="http://schemas.openxmlformats.org/officeDocument/2006/math">
                    <m:oMathParaPr>
                      <m:jc m:val="centerGroup"/>
                    </m:oMathParaPr>
                    <m:oMath xmlns:m="http://schemas.openxmlformats.org/officeDocument/2006/math">
                      <m:r>
                        <a:rPr lang="en-US" sz="1100" i="1">
                          <a:latin typeface="Cambria Math" panose="02040503050406030204" pitchFamily="18" charset="0"/>
                        </a:rPr>
                        <m:t>+ 4</m:t>
                      </m:r>
                      <m:r>
                        <a:rPr lang="en-US" sz="1100" i="1">
                          <a:latin typeface="Cambria Math" panose="02040503050406030204" pitchFamily="18" charset="0"/>
                        </a:rPr>
                        <m:t>𝑈</m:t>
                      </m:r>
                      <m:nary>
                        <m:naryPr>
                          <m:chr m:val="∑"/>
                          <m:supHide m:val="on"/>
                          <m:ctrlPr>
                            <a:rPr lang="en-US" sz="1100" i="1">
                              <a:latin typeface="Cambria Math" panose="02040503050406030204" pitchFamily="18" charset="0"/>
                            </a:rPr>
                          </m:ctrlPr>
                        </m:naryPr>
                        <m:sub>
                          <m:r>
                            <m:rPr>
                              <m:brk m:alnAt="7"/>
                            </m:rPr>
                            <a:rPr lang="en-US" sz="1100" i="1">
                              <a:latin typeface="Cambria Math" panose="02040503050406030204" pitchFamily="18" charset="0"/>
                            </a:rPr>
                            <m:t>&lt;</m:t>
                          </m:r>
                          <m:r>
                            <a:rPr lang="en-US" sz="1100" i="1">
                              <a:latin typeface="Cambria Math" panose="02040503050406030204" pitchFamily="18" charset="0"/>
                            </a:rPr>
                            <m:t>𝑖</m:t>
                          </m:r>
                          <m:r>
                            <a:rPr lang="en-US" sz="1100" i="1">
                              <a:latin typeface="Cambria Math" panose="02040503050406030204" pitchFamily="18" charset="0"/>
                            </a:rPr>
                            <m:t>,</m:t>
                          </m:r>
                          <m:r>
                            <a:rPr lang="en-US" sz="1100" i="1">
                              <a:latin typeface="Cambria Math" panose="02040503050406030204" pitchFamily="18" charset="0"/>
                            </a:rPr>
                            <m:t>𝑗</m:t>
                          </m:r>
                          <m:r>
                            <a:rPr lang="en-US" sz="1100" i="1">
                              <a:latin typeface="Cambria Math" panose="02040503050406030204" pitchFamily="18" charset="0"/>
                            </a:rPr>
                            <m:t>&gt;</m:t>
                          </m:r>
                        </m:sub>
                        <m:sup/>
                        <m:e>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r>
                                <a:rPr lang="en-US" sz="1100" i="1" dirty="0">
                                  <a:latin typeface="Cambria Math" panose="02040503050406030204" pitchFamily="18" charset="0"/>
                                </a:rPr>
                                <m:t>(1)</m:t>
                              </m:r>
                            </m:sup>
                          </m:sSubSup>
                        </m:e>
                      </m:nary>
                      <m:r>
                        <a:rPr lang="en-US" sz="1100" i="1" dirty="0">
                          <a:latin typeface="Cambria Math" panose="02040503050406030204" pitchFamily="18" charset="0"/>
                          <a:ea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𝑗</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1</m:t>
                              </m:r>
                            </m:e>
                          </m:d>
                        </m:sup>
                      </m:sSubSup>
                      <m:r>
                        <a:rPr lang="en-US" sz="1100" i="1" dirty="0">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2</m:t>
                              </m:r>
                            </m:e>
                          </m:d>
                        </m:sup>
                      </m:sSubSup>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𝑗</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2</m:t>
                              </m:r>
                            </m:e>
                          </m:d>
                        </m:sup>
                      </m:sSubSup>
                      <m:r>
                        <a:rPr lang="en-US" sz="1100" i="1" dirty="0">
                          <a:latin typeface="Cambria Math" panose="02040503050406030204" pitchFamily="18" charset="0"/>
                        </a:rPr>
                        <m:t>)</m:t>
                      </m:r>
                      <m:r>
                        <a:rPr lang="en-US" sz="1100" dirty="0">
                          <a:latin typeface="Cambria Math" panose="02040503050406030204" pitchFamily="18" charset="0"/>
                        </a:rPr>
                        <m:t>+</m:t>
                      </m:r>
                      <m:r>
                        <a:rPr lang="en-US" sz="1100" i="1">
                          <a:latin typeface="Cambria Math" panose="02040503050406030204" pitchFamily="18" charset="0"/>
                        </a:rPr>
                        <m:t>4</m:t>
                      </m:r>
                      <m:r>
                        <a:rPr lang="en-US" sz="1100" i="1">
                          <a:latin typeface="Cambria Math" panose="02040503050406030204" pitchFamily="18" charset="0"/>
                        </a:rPr>
                        <m:t>𝑈</m:t>
                      </m:r>
                      <m:r>
                        <a:rPr lang="en-US" sz="1100" i="1">
                          <a:latin typeface="Cambria Math" panose="02040503050406030204" pitchFamily="18" charset="0"/>
                        </a:rPr>
                        <m:t>′</m:t>
                      </m:r>
                      <m:nary>
                        <m:naryPr>
                          <m:chr m:val="∑"/>
                          <m:supHide m:val="on"/>
                          <m:ctrlPr>
                            <a:rPr lang="en-US" sz="1100" i="1">
                              <a:latin typeface="Cambria Math" panose="02040503050406030204" pitchFamily="18" charset="0"/>
                            </a:rPr>
                          </m:ctrlPr>
                        </m:naryPr>
                        <m:sub>
                          <m:r>
                            <m:rPr>
                              <m:brk m:alnAt="7"/>
                            </m:rPr>
                            <a:rPr lang="en-US" sz="1100" i="1">
                              <a:latin typeface="Cambria Math" panose="02040503050406030204" pitchFamily="18" charset="0"/>
                            </a:rPr>
                            <m:t>&lt;</m:t>
                          </m:r>
                          <m:r>
                            <a:rPr lang="en-US" sz="1100" i="1">
                              <a:latin typeface="Cambria Math" panose="02040503050406030204" pitchFamily="18" charset="0"/>
                            </a:rPr>
                            <m:t>𝑖</m:t>
                          </m:r>
                          <m:r>
                            <a:rPr lang="en-US" sz="1100" i="1">
                              <a:latin typeface="Cambria Math" panose="02040503050406030204" pitchFamily="18" charset="0"/>
                            </a:rPr>
                            <m:t>,</m:t>
                          </m:r>
                          <m:r>
                            <a:rPr lang="en-US" sz="1100" i="1">
                              <a:latin typeface="Cambria Math" panose="02040503050406030204" pitchFamily="18" charset="0"/>
                            </a:rPr>
                            <m:t>𝑗</m:t>
                          </m:r>
                          <m:r>
                            <a:rPr lang="en-US" sz="1100" i="1">
                              <a:latin typeface="Cambria Math" panose="02040503050406030204" pitchFamily="18" charset="0"/>
                            </a:rPr>
                            <m:t>&gt;</m:t>
                          </m:r>
                        </m:sub>
                        <m:sup/>
                        <m:e>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r>
                                <a:rPr lang="en-US" sz="1100" i="1" dirty="0">
                                  <a:latin typeface="Cambria Math" panose="02040503050406030204" pitchFamily="18" charset="0"/>
                                </a:rPr>
                                <m:t>(1)</m:t>
                              </m:r>
                            </m:sup>
                          </m:sSubSup>
                        </m:e>
                      </m:nary>
                      <m:r>
                        <a:rPr lang="en-US" sz="1100" i="1" dirty="0">
                          <a:latin typeface="Cambria Math" panose="02040503050406030204" pitchFamily="18" charset="0"/>
                          <a:ea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𝑖</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2</m:t>
                              </m:r>
                            </m:e>
                          </m:d>
                        </m:sup>
                      </m:sSubSup>
                      <m:r>
                        <a:rPr lang="en-US" sz="1100" i="1" dirty="0">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𝑗</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1</m:t>
                              </m:r>
                            </m:e>
                          </m:d>
                        </m:sup>
                      </m:sSubSup>
                      <m:r>
                        <a:rPr lang="en-US" sz="1100" i="1">
                          <a:latin typeface="Cambria Math" panose="02040503050406030204" pitchFamily="18" charset="0"/>
                        </a:rPr>
                        <m:t>⋅</m:t>
                      </m:r>
                      <m:sSubSup>
                        <m:sSubSupPr>
                          <m:ctrlPr>
                            <a:rPr lang="en-US" sz="1100" i="1" dirty="0">
                              <a:latin typeface="Cambria Math" panose="02040503050406030204" pitchFamily="18" charset="0"/>
                            </a:rPr>
                          </m:ctrlPr>
                        </m:sSubSupPr>
                        <m:e>
                          <m:acc>
                            <m:accPr>
                              <m:chr m:val="⃗"/>
                              <m:ctrlPr>
                                <a:rPr lang="en-US" sz="1100" i="1" dirty="0">
                                  <a:latin typeface="Cambria Math" panose="02040503050406030204" pitchFamily="18" charset="0"/>
                                </a:rPr>
                              </m:ctrlPr>
                            </m:accPr>
                            <m:e>
                              <m:r>
                                <a:rPr lang="en-US" sz="1100" i="1" dirty="0">
                                  <a:latin typeface="Cambria Math" panose="02040503050406030204" pitchFamily="18" charset="0"/>
                                </a:rPr>
                                <m:t>𝑆</m:t>
                              </m:r>
                            </m:e>
                          </m:acc>
                        </m:e>
                        <m:sub>
                          <m:r>
                            <a:rPr lang="en-US" sz="1100" i="1" dirty="0">
                              <a:latin typeface="Cambria Math" panose="02040503050406030204" pitchFamily="18" charset="0"/>
                            </a:rPr>
                            <m:t>𝑗</m:t>
                          </m:r>
                        </m:sub>
                        <m:sup>
                          <m:d>
                            <m:dPr>
                              <m:ctrlPr>
                                <a:rPr lang="en-US" sz="1100" i="1" dirty="0">
                                  <a:latin typeface="Cambria Math" panose="02040503050406030204" pitchFamily="18" charset="0"/>
                                </a:rPr>
                              </m:ctrlPr>
                            </m:dPr>
                            <m:e>
                              <m:r>
                                <a:rPr lang="en-US" sz="1100" i="1" dirty="0">
                                  <a:latin typeface="Cambria Math" panose="02040503050406030204" pitchFamily="18" charset="0"/>
                                </a:rPr>
                                <m:t>2</m:t>
                              </m:r>
                            </m:e>
                          </m:d>
                        </m:sup>
                      </m:sSubSup>
                      <m:r>
                        <a:rPr lang="en-US" sz="1100" i="1" dirty="0">
                          <a:latin typeface="Cambria Math" panose="02040503050406030204" pitchFamily="18" charset="0"/>
                        </a:rPr>
                        <m:t>)</m:t>
                      </m:r>
                    </m:oMath>
                  </m:oMathPara>
                </a14:m>
                <a:endParaRPr lang="en-US" sz="1100" dirty="0"/>
              </a:p>
              <a:p>
                <a:endParaRPr lang="en-US"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88B8EA55-8302-8B4B-5CFF-73B9AA4C90E1}"/>
                  </a:ext>
                </a:extLst>
              </p:cNvPr>
              <p:cNvSpPr txBox="1">
                <a:spLocks noRot="1" noChangeAspect="1" noMove="1" noResize="1" noEditPoints="1" noAdjustHandles="1" noChangeArrowheads="1" noChangeShapeType="1" noTextEdit="1"/>
              </p:cNvSpPr>
              <p:nvPr/>
            </p:nvSpPr>
            <p:spPr>
              <a:xfrm>
                <a:off x="94511" y="2541225"/>
                <a:ext cx="4484154" cy="6907340"/>
              </a:xfrm>
              <a:prstGeom prst="rect">
                <a:avLst/>
              </a:prstGeom>
              <a:blipFill>
                <a:blip r:embed="rId8"/>
                <a:stretch>
                  <a:fillRect t="-2990" r="-271" b="-7212"/>
                </a:stretch>
              </a:blipFill>
              <a:ln>
                <a:solidFill>
                  <a:schemeClr val="accent5">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8514EE-19E7-5158-98A6-411C6583E0FE}"/>
                  </a:ext>
                </a:extLst>
              </p:cNvPr>
              <p:cNvSpPr txBox="1"/>
              <p:nvPr/>
            </p:nvSpPr>
            <p:spPr>
              <a:xfrm>
                <a:off x="4779363" y="2542032"/>
                <a:ext cx="4846320" cy="7315200"/>
              </a:xfrm>
              <a:prstGeom prst="rect">
                <a:avLst/>
              </a:prstGeom>
              <a:ln>
                <a:solidFill>
                  <a:schemeClr val="accent5">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800" b="1" dirty="0">
                    <a:solidFill>
                      <a:schemeClr val="accent5">
                        <a:lumMod val="50000"/>
                      </a:schemeClr>
                    </a:solidFill>
                    <a:latin typeface="Cambria" panose="02040503050406030204" pitchFamily="18" charset="0"/>
                    <a:ea typeface="Cambria" panose="02040503050406030204" pitchFamily="18" charset="0"/>
                    <a:cs typeface="Calibri" panose="020F0502020204030204" pitchFamily="34" charset="0"/>
                  </a:rPr>
                  <a:t>Measuring Transport</a:t>
                </a:r>
              </a:p>
              <a:p>
                <a:pPr algn="ctr"/>
                <a:endParaRPr lang="en-US" sz="1000" b="1" dirty="0">
                  <a:solidFill>
                    <a:schemeClr val="accent5">
                      <a:lumMod val="50000"/>
                    </a:schemeClr>
                  </a:solidFill>
                  <a:latin typeface="Cambria" panose="02040503050406030204" pitchFamily="18" charset="0"/>
                  <a:ea typeface="Cambria" panose="02040503050406030204" pitchFamily="18" charset="0"/>
                  <a:cs typeface="Calibri" panose="020F0502020204030204" pitchFamily="34" charset="0"/>
                </a:endParaRPr>
              </a:p>
              <a:p>
                <a:pPr algn="ct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𝜌</m:t>
                        </m:r>
                      </m:e>
                      <m:sub>
                        <m:r>
                          <a:rPr lang="en-US" sz="1200" i="1">
                            <a:latin typeface="Cambria Math" panose="02040503050406030204" pitchFamily="18" charset="0"/>
                          </a:rPr>
                          <m:t>𝜇</m:t>
                        </m:r>
                      </m:sub>
                    </m:sSub>
                    <m:d>
                      <m:dPr>
                        <m:ctrlPr>
                          <a:rPr lang="en-US" sz="1200" i="1">
                            <a:latin typeface="Cambria Math" panose="02040503050406030204" pitchFamily="18" charset="0"/>
                          </a:rPr>
                        </m:ctrlPr>
                      </m:dPr>
                      <m:e>
                        <m:r>
                          <a:rPr lang="en-US" sz="1200" i="1">
                            <a:latin typeface="Cambria Math" panose="02040503050406030204" pitchFamily="18" charset="0"/>
                          </a:rPr>
                          <m:t>𝑡</m:t>
                        </m:r>
                        <m:r>
                          <a:rPr lang="en-US" sz="1200" i="1">
                            <a:latin typeface="Cambria Math" panose="02040503050406030204" pitchFamily="18" charset="0"/>
                          </a:rPr>
                          <m:t>=0</m:t>
                        </m:r>
                      </m:e>
                    </m:d>
                    <m:r>
                      <a:rPr lang="en-US" sz="1200" i="1">
                        <a:latin typeface="Cambria Math" panose="02040503050406030204" pitchFamily="18" charset="0"/>
                      </a:rPr>
                      <m:t>∼</m:t>
                    </m:r>
                    <m:func>
                      <m:funcPr>
                        <m:ctrlPr>
                          <a:rPr lang="en-US" sz="1200" i="1">
                            <a:latin typeface="Cambria Math" panose="02040503050406030204" pitchFamily="18" charset="0"/>
                          </a:rPr>
                        </m:ctrlPr>
                      </m:funcPr>
                      <m:fName>
                        <m:r>
                          <m:rPr>
                            <m:sty m:val="p"/>
                          </m:rPr>
                          <a:rPr lang="en-US" sz="1200">
                            <a:latin typeface="Cambria Math" panose="02040503050406030204" pitchFamily="18" charset="0"/>
                          </a:rPr>
                          <m:t>exp</m:t>
                        </m:r>
                      </m:fName>
                      <m:e>
                        <m:d>
                          <m:dPr>
                            <m:ctrlPr>
                              <a:rPr lang="en-US" sz="1200" i="1">
                                <a:latin typeface="Cambria Math" panose="02040503050406030204" pitchFamily="18" charset="0"/>
                              </a:rPr>
                            </m:ctrlPr>
                          </m:dPr>
                          <m:e>
                            <m:r>
                              <a:rPr lang="en-US" sz="1200" i="1">
                                <a:latin typeface="Cambria Math" panose="02040503050406030204" pitchFamily="18" charset="0"/>
                              </a:rPr>
                              <m:t>𝜇</m:t>
                            </m:r>
                            <m:sSubSup>
                              <m:sSubSupPr>
                                <m:ctrlPr>
                                  <a:rPr lang="en-US" sz="1200" i="1" dirty="0">
                                    <a:latin typeface="Cambria Math" panose="02040503050406030204" pitchFamily="18" charset="0"/>
                                  </a:rPr>
                                </m:ctrlPr>
                              </m:sSubSupPr>
                              <m:e>
                                <m:r>
                                  <a:rPr lang="en-US" sz="1200" i="1" dirty="0">
                                    <a:latin typeface="Cambria Math" panose="02040503050406030204" pitchFamily="18" charset="0"/>
                                  </a:rPr>
                                  <m:t>𝑆</m:t>
                                </m:r>
                              </m:e>
                              <m:sub>
                                <m:r>
                                  <m:rPr>
                                    <m:sty m:val="p"/>
                                  </m:rPr>
                                  <a:rPr lang="en-US" sz="1200" dirty="0">
                                    <a:latin typeface="Cambria Math" panose="02040503050406030204" pitchFamily="18" charset="0"/>
                                  </a:rPr>
                                  <m:t>left</m:t>
                                </m:r>
                              </m:sub>
                              <m:sup>
                                <m:r>
                                  <a:rPr lang="en-US" sz="1200" i="1" dirty="0">
                                    <a:latin typeface="Cambria Math" panose="02040503050406030204" pitchFamily="18" charset="0"/>
                                  </a:rPr>
                                  <m:t>𝑧</m:t>
                                </m:r>
                              </m:sup>
                            </m:sSubSup>
                          </m:e>
                        </m:d>
                      </m:e>
                    </m:func>
                    <m:r>
                      <a:rPr lang="en-US" sz="1200" i="1" dirty="0">
                        <a:latin typeface="Cambria Math" panose="02040503050406030204" pitchFamily="18" charset="0"/>
                      </a:rPr>
                      <m:t>⋅</m:t>
                    </m:r>
                    <m:func>
                      <m:funcPr>
                        <m:ctrlPr>
                          <a:rPr lang="en-US" sz="1200" i="1" smtClean="0">
                            <a:solidFill>
                              <a:schemeClr val="tx1"/>
                            </a:solidFill>
                            <a:latin typeface="Cambria Math" panose="02040503050406030204" pitchFamily="18" charset="0"/>
                          </a:rPr>
                        </m:ctrlPr>
                      </m:funcPr>
                      <m:fName>
                        <m:r>
                          <m:rPr>
                            <m:sty m:val="p"/>
                          </m:rPr>
                          <a:rPr lang="en-US" sz="1200" b="0" i="0">
                            <a:solidFill>
                              <a:schemeClr val="tx1"/>
                            </a:solidFill>
                            <a:latin typeface="Cambria Math" panose="02040503050406030204" pitchFamily="18" charset="0"/>
                          </a:rPr>
                          <m:t>exp</m:t>
                        </m:r>
                      </m:fName>
                      <m:e>
                        <m:d>
                          <m:dPr>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m:t>
                            </m:r>
                            <m:r>
                              <a:rPr lang="en-US" sz="1200" b="0" i="1">
                                <a:solidFill>
                                  <a:schemeClr val="tx1"/>
                                </a:solidFill>
                                <a:latin typeface="Cambria Math" panose="02040503050406030204" pitchFamily="18" charset="0"/>
                              </a:rPr>
                              <m:t>𝜇</m:t>
                            </m:r>
                            <m:sSubSup>
                              <m:sSubSupPr>
                                <m:ctrlPr>
                                  <a:rPr lang="en-US" sz="1200" i="1" dirty="0">
                                    <a:solidFill>
                                      <a:schemeClr val="tx1"/>
                                    </a:solidFill>
                                    <a:latin typeface="Cambria Math" panose="02040503050406030204" pitchFamily="18" charset="0"/>
                                  </a:rPr>
                                </m:ctrlPr>
                              </m:sSubSupPr>
                              <m:e>
                                <m:r>
                                  <a:rPr lang="en-US" sz="1200" b="0" i="1" dirty="0">
                                    <a:solidFill>
                                      <a:schemeClr val="tx1"/>
                                    </a:solidFill>
                                    <a:latin typeface="Cambria Math" panose="02040503050406030204" pitchFamily="18" charset="0"/>
                                  </a:rPr>
                                  <m:t>𝑆</m:t>
                                </m:r>
                              </m:e>
                              <m:sub>
                                <m:r>
                                  <m:rPr>
                                    <m:sty m:val="p"/>
                                  </m:rPr>
                                  <a:rPr lang="en-US" sz="1200" b="0" i="0" dirty="0">
                                    <a:solidFill>
                                      <a:schemeClr val="tx1"/>
                                    </a:solidFill>
                                    <a:latin typeface="Cambria Math" panose="02040503050406030204" pitchFamily="18" charset="0"/>
                                  </a:rPr>
                                  <m:t>right</m:t>
                                </m:r>
                              </m:sub>
                              <m:sup>
                                <m:r>
                                  <a:rPr lang="en-US" sz="1200" b="0" i="1" dirty="0">
                                    <a:solidFill>
                                      <a:schemeClr val="tx1"/>
                                    </a:solidFill>
                                    <a:latin typeface="Cambria Math" panose="02040503050406030204" pitchFamily="18" charset="0"/>
                                  </a:rPr>
                                  <m:t>𝑧</m:t>
                                </m:r>
                              </m:sup>
                            </m:sSubSup>
                          </m:e>
                        </m:d>
                      </m:e>
                    </m:func>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        </a:t>
                </a:r>
                <a14:m>
                  <m:oMath xmlns:m="http://schemas.openxmlformats.org/officeDocument/2006/math">
                    <m:r>
                      <a:rPr lang="en-US" sz="1200" b="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𝜇</m:t>
                    </m:r>
                    <m:r>
                      <a:rPr lang="en-US" sz="1200" b="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≪1</m:t>
                    </m:r>
                  </m:oMath>
                </a14:m>
                <a:endParaRPr lang="en-US" sz="1200" dirty="0">
                  <a:solidFill>
                    <a:schemeClr val="accent5">
                      <a:lumMod val="50000"/>
                    </a:schemeClr>
                  </a:solidFill>
                  <a:latin typeface="Cambria" panose="02040503050406030204" pitchFamily="18" charset="0"/>
                  <a:ea typeface="Cambria" panose="02040503050406030204" pitchFamily="18" charset="0"/>
                  <a:cs typeface="Calibri" panose="020F0502020204030204" pitchFamily="34" charset="0"/>
                </a:endParaRPr>
              </a:p>
              <a:p>
                <a:pPr algn="ctr"/>
                <a:endParaRPr lang="en-US" dirty="0">
                  <a:latin typeface="Cambria Math" panose="02040503050406030204" pitchFamily="18" charset="0"/>
                </a:endParaRPr>
              </a:p>
              <a:p>
                <a:pPr algn="ctr"/>
                <a14:m>
                  <m:oMath xmlns:m="http://schemas.openxmlformats.org/officeDocument/2006/math">
                    <m:r>
                      <m:rPr>
                        <m:sty m:val="p"/>
                      </m:rPr>
                      <a:rPr lang="en-US" sz="1200">
                        <a:latin typeface="Cambria Math" panose="02040503050406030204" pitchFamily="18" charset="0"/>
                      </a:rPr>
                      <m:t>Δ</m:t>
                    </m:r>
                    <m:r>
                      <a:rPr lang="en-US" sz="1200" i="1">
                        <a:latin typeface="Cambria Math" panose="02040503050406030204" pitchFamily="18" charset="0"/>
                      </a:rPr>
                      <m:t>𝑠</m:t>
                    </m:r>
                    <m:d>
                      <m:dPr>
                        <m:ctrlPr>
                          <a:rPr lang="en-US" sz="1200" i="1">
                            <a:latin typeface="Cambria Math" panose="02040503050406030204" pitchFamily="18" charset="0"/>
                          </a:rPr>
                        </m:ctrlPr>
                      </m:dPr>
                      <m:e>
                        <m:r>
                          <a:rPr lang="en-US" sz="1200" i="1">
                            <a:latin typeface="Cambria Math" panose="02040503050406030204" pitchFamily="18" charset="0"/>
                          </a:rPr>
                          <m:t>𝑡</m:t>
                        </m:r>
                      </m:e>
                    </m:d>
                    <m:r>
                      <a:rPr lang="en-US" sz="1200" i="1">
                        <a:latin typeface="Cambria Math" panose="02040503050406030204" pitchFamily="18" charset="0"/>
                      </a:rPr>
                      <m:t>≡</m:t>
                    </m:r>
                    <m:sSub>
                      <m:sSubPr>
                        <m:ctrlPr>
                          <a:rPr lang="en-US" sz="1200" i="1" dirty="0">
                            <a:latin typeface="Cambria Math" panose="02040503050406030204" pitchFamily="18" charset="0"/>
                          </a:rPr>
                        </m:ctrlPr>
                      </m:sSubPr>
                      <m:e>
                        <m:d>
                          <m:dPr>
                            <m:begChr m:val="⟨"/>
                            <m:endChr m:val="⟩"/>
                            <m:ctrlPr>
                              <a:rPr lang="en-US" sz="1200" i="1">
                                <a:latin typeface="Cambria Math" panose="02040503050406030204" pitchFamily="18" charset="0"/>
                              </a:rPr>
                            </m:ctrlPr>
                          </m:dPr>
                          <m:e>
                            <m:sSubSup>
                              <m:sSubSupPr>
                                <m:ctrlPr>
                                  <a:rPr lang="en-US" sz="1200" i="1" dirty="0">
                                    <a:latin typeface="Cambria Math" panose="02040503050406030204" pitchFamily="18" charset="0"/>
                                  </a:rPr>
                                </m:ctrlPr>
                              </m:sSubSupPr>
                              <m:e>
                                <m:r>
                                  <a:rPr lang="en-US" sz="1200" i="1" dirty="0">
                                    <a:latin typeface="Cambria Math" panose="02040503050406030204" pitchFamily="18" charset="0"/>
                                  </a:rPr>
                                  <m:t>𝑆</m:t>
                                </m:r>
                              </m:e>
                              <m:sub>
                                <m:r>
                                  <m:rPr>
                                    <m:sty m:val="p"/>
                                  </m:rPr>
                                  <a:rPr lang="en-US" sz="1200" dirty="0">
                                    <a:latin typeface="Cambria Math" panose="02040503050406030204" pitchFamily="18" charset="0"/>
                                  </a:rPr>
                                  <m:t>left</m:t>
                                </m:r>
                              </m:sub>
                              <m:sup>
                                <m:r>
                                  <a:rPr lang="en-US" sz="1200" i="1" dirty="0">
                                    <a:latin typeface="Cambria Math" panose="02040503050406030204" pitchFamily="18" charset="0"/>
                                  </a:rPr>
                                  <m:t>𝑧</m:t>
                                </m:r>
                              </m:sup>
                            </m:sSubSup>
                            <m:d>
                              <m:dPr>
                                <m:ctrlPr>
                                  <a:rPr lang="en-US" sz="1200" i="1" dirty="0">
                                    <a:latin typeface="Cambria Math" panose="02040503050406030204" pitchFamily="18" charset="0"/>
                                  </a:rPr>
                                </m:ctrlPr>
                              </m:dPr>
                              <m:e>
                                <m:r>
                                  <a:rPr lang="en-US" sz="1200" i="1" dirty="0">
                                    <a:latin typeface="Cambria Math" panose="02040503050406030204" pitchFamily="18" charset="0"/>
                                  </a:rPr>
                                  <m:t>𝑡</m:t>
                                </m:r>
                              </m:e>
                            </m:d>
                            <m:r>
                              <a:rPr lang="en-US" sz="1200" i="1" dirty="0">
                                <a:latin typeface="Cambria Math" panose="02040503050406030204" pitchFamily="18" charset="0"/>
                              </a:rPr>
                              <m:t>−</m:t>
                            </m:r>
                            <m:sSubSup>
                              <m:sSubSupPr>
                                <m:ctrlPr>
                                  <a:rPr lang="en-US" sz="1200" i="1" dirty="0">
                                    <a:latin typeface="Cambria Math" panose="02040503050406030204" pitchFamily="18" charset="0"/>
                                  </a:rPr>
                                </m:ctrlPr>
                              </m:sSubSupPr>
                              <m:e>
                                <m:r>
                                  <a:rPr lang="en-US" sz="1200" i="1" dirty="0">
                                    <a:latin typeface="Cambria Math" panose="02040503050406030204" pitchFamily="18" charset="0"/>
                                  </a:rPr>
                                  <m:t>𝑆</m:t>
                                </m:r>
                              </m:e>
                              <m:sub>
                                <m:r>
                                  <m:rPr>
                                    <m:sty m:val="p"/>
                                  </m:rPr>
                                  <a:rPr lang="en-US" sz="1200" dirty="0">
                                    <a:latin typeface="Cambria Math" panose="02040503050406030204" pitchFamily="18" charset="0"/>
                                  </a:rPr>
                                  <m:t>left</m:t>
                                </m:r>
                              </m:sub>
                              <m:sup>
                                <m:r>
                                  <a:rPr lang="en-US" sz="1200" i="1" dirty="0">
                                    <a:latin typeface="Cambria Math" panose="02040503050406030204" pitchFamily="18" charset="0"/>
                                  </a:rPr>
                                  <m:t>𝑧</m:t>
                                </m:r>
                              </m:sup>
                            </m:sSubSup>
                            <m:d>
                              <m:dPr>
                                <m:ctrlPr>
                                  <a:rPr lang="en-US" sz="1200" i="1" dirty="0">
                                    <a:latin typeface="Cambria Math" panose="02040503050406030204" pitchFamily="18" charset="0"/>
                                  </a:rPr>
                                </m:ctrlPr>
                              </m:dPr>
                              <m:e>
                                <m:r>
                                  <a:rPr lang="en-US" sz="1200" i="1" dirty="0">
                                    <a:latin typeface="Cambria Math" panose="02040503050406030204" pitchFamily="18" charset="0"/>
                                  </a:rPr>
                                  <m:t>0</m:t>
                                </m:r>
                              </m:e>
                            </m:d>
                          </m:e>
                        </m:d>
                      </m:e>
                      <m:sub>
                        <m:r>
                          <a:rPr lang="en-US" sz="1200" i="1" dirty="0">
                            <a:latin typeface="Cambria Math" panose="02040503050406030204" pitchFamily="18" charset="0"/>
                          </a:rPr>
                          <m:t>𝜇</m:t>
                        </m:r>
                      </m:sub>
                    </m:sSub>
                  </m:oMath>
                </a14:m>
                <a:r>
                  <a:rPr lang="en-US" sz="1200" dirty="0"/>
                  <a:t> </a:t>
                </a:r>
                <a14:m>
                  <m:oMath xmlns:m="http://schemas.openxmlformats.org/officeDocument/2006/math">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𝑡</m:t>
                        </m:r>
                      </m:e>
                      <m:sup>
                        <m:r>
                          <a:rPr lang="en-US" sz="1200" i="1">
                            <a:latin typeface="Cambria Math" panose="02040503050406030204" pitchFamily="18" charset="0"/>
                          </a:rPr>
                          <m:t>1/</m:t>
                        </m:r>
                        <m:r>
                          <a:rPr lang="en-US" sz="1200" i="1">
                            <a:latin typeface="Cambria Math" panose="02040503050406030204" pitchFamily="18" charset="0"/>
                          </a:rPr>
                          <m:t>𝑧</m:t>
                        </m:r>
                      </m:sup>
                    </m:sSup>
                  </m:oMath>
                </a14:m>
                <a:endParaRPr lang="en-US" dirty="0">
                  <a:solidFill>
                    <a:schemeClr val="accent5">
                      <a:lumMod val="50000"/>
                    </a:schemeClr>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We use matrix product state (MPS) simulations of time evolution from an inhomogeneous quench, measuring charge transport across center. We estimate</a:t>
                </a:r>
                <a14:m>
                  <m:oMath xmlns:m="http://schemas.openxmlformats.org/officeDocument/2006/math">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 </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𝑧</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𝑡</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 </m:t>
                    </m:r>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using power law fits over scanning time windows.</a:t>
                </a:r>
              </a:p>
              <a:p>
                <a:endParaRPr lang="en-US" sz="800"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BACC6">
                        <a:lumMod val="50000"/>
                      </a:srgbClr>
                    </a:solidFill>
                    <a:effectLst/>
                    <a:uLnTx/>
                    <a:uFillTx/>
                    <a:latin typeface="Cambria" panose="02040503050406030204" pitchFamily="18" charset="0"/>
                    <a:ea typeface="Cambria" panose="02040503050406030204" pitchFamily="18" charset="0"/>
                    <a:cs typeface="Calibri" panose="020F0502020204030204" pitchFamily="34" charset="0"/>
                    <a:sym typeface="Arial"/>
                  </a:rPr>
                  <a:t>Results</a:t>
                </a:r>
              </a:p>
              <a:p>
                <a:endParaRPr lang="en-US" sz="900"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r>
                  <a:rPr lang="en-US" sz="1200" dirty="0">
                    <a:latin typeface="Cambria" panose="02040503050406030204" pitchFamily="18" charset="0"/>
                    <a:ea typeface="Cambria" panose="02040503050406030204" pitchFamily="18" charset="0"/>
                  </a:rPr>
                  <a:t>1) </a:t>
                </a:r>
                <a14:m>
                  <m:oMath xmlns:m="http://schemas.openxmlformats.org/officeDocument/2006/math">
                    <m:sSub>
                      <m:sSubPr>
                        <m:ctrlPr>
                          <a:rPr lang="en-US" sz="1200" i="1">
                            <a:latin typeface="Cambria Math" panose="02040503050406030204" pitchFamily="18" charset="0"/>
                          </a:rPr>
                        </m:ctrlPr>
                      </m:sSubPr>
                      <m:e>
                        <m:r>
                          <a:rPr lang="en-US" sz="1200" b="0" i="1" smtClean="0">
                            <a:latin typeface="Cambria Math" panose="02040503050406030204" pitchFamily="18" charset="0"/>
                          </a:rPr>
                          <m:t>  </m:t>
                        </m:r>
                        <m:r>
                          <a:rPr lang="en-US" sz="1200" i="1">
                            <a:latin typeface="Cambria Math" panose="02040503050406030204" pitchFamily="18" charset="0"/>
                          </a:rPr>
                          <m:t>𝐻</m:t>
                        </m:r>
                      </m:e>
                      <m:sub>
                        <m:r>
                          <a:rPr lang="en-US" sz="1200" i="1">
                            <a:latin typeface="Cambria Math" panose="02040503050406030204" pitchFamily="18" charset="0"/>
                          </a:rPr>
                          <m:t>0</m:t>
                        </m:r>
                      </m:sub>
                    </m:sSub>
                    <m:r>
                      <a:rPr lang="en-US" sz="1200" i="1">
                        <a:latin typeface="Cambria Math" panose="02040503050406030204" pitchFamily="18" charset="0"/>
                      </a:rPr>
                      <m:t>=</m:t>
                    </m:r>
                    <m:nary>
                      <m:naryPr>
                        <m:chr m:val="∑"/>
                        <m:supHide m:val="on"/>
                        <m:ctrlPr>
                          <a:rPr lang="en-US" sz="1200" i="1">
                            <a:latin typeface="Cambria Math" panose="02040503050406030204" pitchFamily="18" charset="0"/>
                          </a:rPr>
                        </m:ctrlPr>
                      </m:naryPr>
                      <m:sub>
                        <m:r>
                          <m:rPr>
                            <m:brk m:alnAt="7"/>
                          </m:rPr>
                          <a:rPr lang="en-US" sz="1200" i="1">
                            <a:latin typeface="Cambria Math" panose="02040503050406030204" pitchFamily="18" charset="0"/>
                          </a:rPr>
                          <m:t>&lt;</m:t>
                        </m:r>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r>
                          <a:rPr lang="en-US" sz="1200" i="1">
                            <a:latin typeface="Cambria Math" panose="02040503050406030204" pitchFamily="18" charset="0"/>
                          </a:rPr>
                          <m:t>&gt;</m:t>
                        </m:r>
                      </m:sub>
                      <m:sup/>
                      <m:e>
                        <m:r>
                          <a:rPr lang="en-US" sz="1200" i="1">
                            <a:latin typeface="Cambria Math" panose="02040503050406030204" pitchFamily="18" charset="0"/>
                          </a:rPr>
                          <m:t>(</m:t>
                        </m:r>
                        <m:sSubSup>
                          <m:sSubSupPr>
                            <m:ctrlPr>
                              <a:rPr lang="en-US" sz="1200" i="1" dirty="0">
                                <a:latin typeface="Cambria Math" panose="02040503050406030204" pitchFamily="18" charset="0"/>
                              </a:rPr>
                            </m:ctrlPr>
                          </m:sSubSupPr>
                          <m:e>
                            <m:acc>
                              <m:accPr>
                                <m:chr m:val="⃗"/>
                                <m:ctrlPr>
                                  <a:rPr lang="en-US" sz="1200" i="1" dirty="0">
                                    <a:latin typeface="Cambria Math" panose="02040503050406030204" pitchFamily="18" charset="0"/>
                                  </a:rPr>
                                </m:ctrlPr>
                              </m:accPr>
                              <m:e>
                                <m:r>
                                  <a:rPr lang="en-US" sz="1200" i="1" dirty="0">
                                    <a:latin typeface="Cambria Math" panose="02040503050406030204" pitchFamily="18" charset="0"/>
                                  </a:rPr>
                                  <m:t>𝑆</m:t>
                                </m:r>
                              </m:e>
                            </m:acc>
                          </m:e>
                          <m:sub>
                            <m:r>
                              <a:rPr lang="en-US" sz="1200" i="1" dirty="0">
                                <a:latin typeface="Cambria Math" panose="02040503050406030204" pitchFamily="18" charset="0"/>
                              </a:rPr>
                              <m:t>𝑖</m:t>
                            </m:r>
                          </m:sub>
                          <m:sup>
                            <m:r>
                              <a:rPr lang="en-US" sz="1200" i="1" dirty="0">
                                <a:latin typeface="Cambria Math" panose="02040503050406030204" pitchFamily="18" charset="0"/>
                              </a:rPr>
                              <m:t>(1)</m:t>
                            </m:r>
                          </m:sup>
                        </m:sSubSup>
                      </m:e>
                    </m:nary>
                    <m:r>
                      <a:rPr lang="en-US" sz="1200" i="1" dirty="0">
                        <a:latin typeface="Cambria Math" panose="02040503050406030204" pitchFamily="18" charset="0"/>
                        <a:ea typeface="Cambria Math" panose="02040503050406030204" pitchFamily="18" charset="0"/>
                      </a:rPr>
                      <m:t>∙</m:t>
                    </m:r>
                    <m:sSubSup>
                      <m:sSubSupPr>
                        <m:ctrlPr>
                          <a:rPr lang="en-US" sz="1200" i="1" dirty="0">
                            <a:latin typeface="Cambria Math" panose="02040503050406030204" pitchFamily="18" charset="0"/>
                          </a:rPr>
                        </m:ctrlPr>
                      </m:sSubSupPr>
                      <m:e>
                        <m:acc>
                          <m:accPr>
                            <m:chr m:val="⃗"/>
                            <m:ctrlPr>
                              <a:rPr lang="en-US" sz="1200" i="1" dirty="0">
                                <a:latin typeface="Cambria Math" panose="02040503050406030204" pitchFamily="18" charset="0"/>
                              </a:rPr>
                            </m:ctrlPr>
                          </m:accPr>
                          <m:e>
                            <m:r>
                              <a:rPr lang="en-US" sz="1200" i="1" dirty="0">
                                <a:latin typeface="Cambria Math" panose="02040503050406030204" pitchFamily="18" charset="0"/>
                              </a:rPr>
                              <m:t>𝑆</m:t>
                            </m:r>
                          </m:e>
                        </m:acc>
                      </m:e>
                      <m:sub>
                        <m:r>
                          <a:rPr lang="en-US" sz="1200" i="1" dirty="0">
                            <a:latin typeface="Cambria Math" panose="02040503050406030204" pitchFamily="18" charset="0"/>
                          </a:rPr>
                          <m:t>𝑗</m:t>
                        </m:r>
                      </m:sub>
                      <m:sup>
                        <m:d>
                          <m:dPr>
                            <m:ctrlPr>
                              <a:rPr lang="en-US" sz="1200" i="1" dirty="0">
                                <a:latin typeface="Cambria Math" panose="02040503050406030204" pitchFamily="18" charset="0"/>
                              </a:rPr>
                            </m:ctrlPr>
                          </m:dPr>
                          <m:e>
                            <m:r>
                              <a:rPr lang="en-US" sz="1200" i="1" dirty="0">
                                <a:latin typeface="Cambria Math" panose="02040503050406030204" pitchFamily="18" charset="0"/>
                              </a:rPr>
                              <m:t>1</m:t>
                            </m:r>
                          </m:e>
                        </m:d>
                      </m:sup>
                    </m:sSubSup>
                    <m:r>
                      <a:rPr lang="en-US" sz="1200" i="1" dirty="0">
                        <a:latin typeface="Cambria Math" panose="02040503050406030204" pitchFamily="18" charset="0"/>
                      </a:rPr>
                      <m:t>+</m:t>
                    </m:r>
                    <m:sSubSup>
                      <m:sSubSupPr>
                        <m:ctrlPr>
                          <a:rPr lang="en-US" sz="1200" i="1" dirty="0">
                            <a:latin typeface="Cambria Math" panose="02040503050406030204" pitchFamily="18" charset="0"/>
                          </a:rPr>
                        </m:ctrlPr>
                      </m:sSubSupPr>
                      <m:e>
                        <m:acc>
                          <m:accPr>
                            <m:chr m:val="⃗"/>
                            <m:ctrlPr>
                              <a:rPr lang="en-US" sz="1200" i="1" dirty="0">
                                <a:latin typeface="Cambria Math" panose="02040503050406030204" pitchFamily="18" charset="0"/>
                              </a:rPr>
                            </m:ctrlPr>
                          </m:accPr>
                          <m:e>
                            <m:r>
                              <a:rPr lang="en-US" sz="1200" i="1" dirty="0">
                                <a:latin typeface="Cambria Math" panose="02040503050406030204" pitchFamily="18" charset="0"/>
                              </a:rPr>
                              <m:t>𝑆</m:t>
                            </m:r>
                          </m:e>
                        </m:acc>
                      </m:e>
                      <m:sub>
                        <m:r>
                          <a:rPr lang="en-US" sz="1200" i="1" dirty="0">
                            <a:latin typeface="Cambria Math" panose="02040503050406030204" pitchFamily="18" charset="0"/>
                          </a:rPr>
                          <m:t>𝑖</m:t>
                        </m:r>
                      </m:sub>
                      <m:sup>
                        <m:d>
                          <m:dPr>
                            <m:ctrlPr>
                              <a:rPr lang="en-US" sz="1200" i="1" dirty="0">
                                <a:latin typeface="Cambria Math" panose="02040503050406030204" pitchFamily="18" charset="0"/>
                              </a:rPr>
                            </m:ctrlPr>
                          </m:dPr>
                          <m:e>
                            <m:r>
                              <a:rPr lang="en-US" sz="1200" i="1" dirty="0">
                                <a:latin typeface="Cambria Math" panose="02040503050406030204" pitchFamily="18" charset="0"/>
                              </a:rPr>
                              <m:t>2</m:t>
                            </m:r>
                          </m:e>
                        </m:d>
                      </m:sup>
                    </m:sSubSup>
                    <m:r>
                      <a:rPr lang="en-US" sz="1200" i="1">
                        <a:latin typeface="Cambria Math" panose="02040503050406030204" pitchFamily="18" charset="0"/>
                      </a:rPr>
                      <m:t>⋅</m:t>
                    </m:r>
                    <m:sSubSup>
                      <m:sSubSupPr>
                        <m:ctrlPr>
                          <a:rPr lang="en-US" sz="1200" i="1" dirty="0">
                            <a:latin typeface="Cambria Math" panose="02040503050406030204" pitchFamily="18" charset="0"/>
                          </a:rPr>
                        </m:ctrlPr>
                      </m:sSubSupPr>
                      <m:e>
                        <m:acc>
                          <m:accPr>
                            <m:chr m:val="⃗"/>
                            <m:ctrlPr>
                              <a:rPr lang="en-US" sz="1200" i="1" dirty="0">
                                <a:latin typeface="Cambria Math" panose="02040503050406030204" pitchFamily="18" charset="0"/>
                              </a:rPr>
                            </m:ctrlPr>
                          </m:accPr>
                          <m:e>
                            <m:r>
                              <a:rPr lang="en-US" sz="1200" i="1" dirty="0">
                                <a:latin typeface="Cambria Math" panose="02040503050406030204" pitchFamily="18" charset="0"/>
                              </a:rPr>
                              <m:t>𝑆</m:t>
                            </m:r>
                          </m:e>
                        </m:acc>
                      </m:e>
                      <m:sub>
                        <m:r>
                          <a:rPr lang="en-US" sz="1200" i="1" dirty="0">
                            <a:latin typeface="Cambria Math" panose="02040503050406030204" pitchFamily="18" charset="0"/>
                          </a:rPr>
                          <m:t>𝑗</m:t>
                        </m:r>
                      </m:sub>
                      <m:sup>
                        <m:d>
                          <m:dPr>
                            <m:ctrlPr>
                              <a:rPr lang="en-US" sz="1200" i="1" dirty="0">
                                <a:latin typeface="Cambria Math" panose="02040503050406030204" pitchFamily="18" charset="0"/>
                              </a:rPr>
                            </m:ctrlPr>
                          </m:dPr>
                          <m:e>
                            <m:r>
                              <a:rPr lang="en-US" sz="1200" i="1" dirty="0">
                                <a:latin typeface="Cambria Math" panose="02040503050406030204" pitchFamily="18" charset="0"/>
                              </a:rPr>
                              <m:t>2</m:t>
                            </m:r>
                          </m:e>
                        </m:d>
                      </m:sup>
                    </m:sSubSup>
                    <m:r>
                      <a:rPr lang="en-US" sz="1200" i="1" dirty="0">
                        <a:latin typeface="Cambria Math" panose="02040503050406030204" pitchFamily="18" charset="0"/>
                      </a:rPr>
                      <m:t>)  </m:t>
                    </m:r>
                    <m:r>
                      <a:rPr lang="en-US" sz="1200" b="0" i="1" dirty="0" smtClean="0">
                        <a:latin typeface="Cambria Math" panose="02040503050406030204" pitchFamily="18" charset="0"/>
                      </a:rPr>
                      <m:t> </m:t>
                    </m:r>
                    <m:r>
                      <a:rPr lang="en-US" sz="1200" i="1" dirty="0">
                        <a:latin typeface="Cambria Math" panose="02040503050406030204" pitchFamily="18" charset="0"/>
                      </a:rPr>
                      <m:t> </m:t>
                    </m:r>
                    <m:r>
                      <a:rPr lang="en-US" sz="1200" b="0" i="1" dirty="0" smtClean="0">
                        <a:latin typeface="Cambria Math" panose="02040503050406030204" pitchFamily="18" charset="0"/>
                      </a:rPr>
                      <m:t>        </m:t>
                    </m:r>
                    <m:r>
                      <a:rPr lang="en-US" sz="1200" i="1" dirty="0">
                        <a:latin typeface="Cambria Math" panose="02040503050406030204" pitchFamily="18" charset="0"/>
                      </a:rPr>
                      <m:t> </m:t>
                    </m:r>
                    <m:r>
                      <a:rPr lang="en-US" sz="1200" i="1" smtClean="0">
                        <a:solidFill>
                          <a:schemeClr val="bg2"/>
                        </a:solidFill>
                        <a:latin typeface="Cambria Math" panose="02040503050406030204" pitchFamily="18" charset="0"/>
                      </a:rPr>
                      <m:t>𝐺</m:t>
                    </m:r>
                    <m:r>
                      <a:rPr lang="en-US" sz="1200" i="1" smtClean="0">
                        <a:solidFill>
                          <a:schemeClr val="bg2"/>
                        </a:solidFill>
                        <a:latin typeface="Cambria Math" panose="02040503050406030204" pitchFamily="18" charset="0"/>
                      </a:rPr>
                      <m:t>=</m:t>
                    </m:r>
                    <m:r>
                      <a:rPr lang="en-US" sz="1200" i="1" smtClean="0">
                        <a:solidFill>
                          <a:schemeClr val="bg2"/>
                        </a:solidFill>
                        <a:latin typeface="Cambria Math" panose="02040503050406030204" pitchFamily="18" charset="0"/>
                      </a:rPr>
                      <m:t>𝑆𝑈</m:t>
                    </m:r>
                    <m:r>
                      <a:rPr lang="en-US" sz="1200" i="1" smtClean="0">
                        <a:solidFill>
                          <a:schemeClr val="bg2"/>
                        </a:solidFill>
                        <a:latin typeface="Cambria Math" panose="02040503050406030204" pitchFamily="18" charset="0"/>
                      </a:rPr>
                      <m:t>(2) × </m:t>
                    </m:r>
                    <m:r>
                      <a:rPr lang="en-US" sz="1200" i="1">
                        <a:solidFill>
                          <a:schemeClr val="bg2"/>
                        </a:solidFill>
                        <a:latin typeface="Cambria Math" panose="02040503050406030204" pitchFamily="18" charset="0"/>
                        <a:ea typeface="Cambria Math" panose="02040503050406030204" pitchFamily="18" charset="0"/>
                      </a:rPr>
                      <m:t>𝑆𝑈</m:t>
                    </m:r>
                    <m:r>
                      <a:rPr lang="en-US" sz="1200" i="1">
                        <a:solidFill>
                          <a:schemeClr val="bg2"/>
                        </a:solidFill>
                        <a:latin typeface="Cambria Math" panose="02040503050406030204" pitchFamily="18" charset="0"/>
                        <a:ea typeface="Cambria Math" panose="02040503050406030204" pitchFamily="18" charset="0"/>
                      </a:rPr>
                      <m:t>(2)</m:t>
                    </m:r>
                  </m:oMath>
                </a14:m>
                <a:endParaRPr lang="en-US" sz="1200" dirty="0">
                  <a:solidFill>
                    <a:schemeClr val="bg2"/>
                  </a:solidFill>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r>
                  <a:rPr lang="en-US" sz="1200" dirty="0">
                    <a:latin typeface="Cambria" panose="02040503050406030204" pitchFamily="18" charset="0"/>
                    <a:ea typeface="Cambria" panose="02040503050406030204" pitchFamily="18" charset="0"/>
                  </a:rPr>
                  <a:t>2) </a:t>
                </a:r>
                <a14:m>
                  <m:oMath xmlns:m="http://schemas.openxmlformats.org/officeDocument/2006/math">
                    <m:sSub>
                      <m:sSubPr>
                        <m:ctrlPr>
                          <a:rPr lang="en-US" sz="1200" i="1">
                            <a:latin typeface="Cambria Math" panose="02040503050406030204" pitchFamily="18" charset="0"/>
                          </a:rPr>
                        </m:ctrlPr>
                      </m:sSubPr>
                      <m:e>
                        <m:r>
                          <a:rPr lang="en-US" sz="1200" b="0" i="1" smtClean="0">
                            <a:latin typeface="Cambria Math" panose="02040503050406030204" pitchFamily="18" charset="0"/>
                          </a:rPr>
                          <m:t>  </m:t>
                        </m:r>
                        <m:r>
                          <a:rPr lang="en-US" sz="1200" i="1">
                            <a:latin typeface="Cambria Math" panose="02040503050406030204" pitchFamily="18" charset="0"/>
                          </a:rPr>
                          <m:t>𝐻</m:t>
                        </m:r>
                      </m:e>
                      <m:sub>
                        <m:r>
                          <a:rPr lang="en-US" sz="1200" i="1">
                            <a:latin typeface="Cambria Math" panose="02040503050406030204" pitchFamily="18" charset="0"/>
                          </a:rPr>
                          <m:t>0</m:t>
                        </m:r>
                      </m:sub>
                    </m:sSub>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1</m:t>
                        </m:r>
                      </m:num>
                      <m:den>
                        <m:r>
                          <a:rPr lang="en-US" sz="1200" i="1">
                            <a:latin typeface="Cambria Math" panose="02040503050406030204" pitchFamily="18" charset="0"/>
                          </a:rPr>
                          <m:t>4</m:t>
                        </m:r>
                      </m:den>
                    </m:f>
                    <m:nary>
                      <m:naryPr>
                        <m:chr m:val="∑"/>
                        <m:supHide m:val="on"/>
                        <m:ctrlPr>
                          <a:rPr lang="en-US" sz="1200" i="1">
                            <a:latin typeface="Cambria Math" panose="02040503050406030204" pitchFamily="18" charset="0"/>
                          </a:rPr>
                        </m:ctrlPr>
                      </m:naryPr>
                      <m:sub>
                        <m:r>
                          <m:rPr>
                            <m:brk m:alnAt="7"/>
                          </m:rPr>
                          <a:rPr lang="en-US" sz="1200" i="1">
                            <a:latin typeface="Cambria Math" panose="02040503050406030204" pitchFamily="18" charset="0"/>
                          </a:rPr>
                          <m:t>&lt;</m:t>
                        </m:r>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r>
                          <a:rPr lang="en-US" sz="1200" i="1">
                            <a:latin typeface="Cambria Math" panose="02040503050406030204" pitchFamily="18" charset="0"/>
                          </a:rPr>
                          <m:t>&gt;</m:t>
                        </m:r>
                      </m:sub>
                      <m:sup/>
                      <m:e>
                        <m:sSub>
                          <m:sSubPr>
                            <m:ctrlPr>
                              <a:rPr lang="en-US" sz="1200" i="1">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sub>
                        </m:sSub>
                      </m:e>
                    </m:nary>
                  </m:oMath>
                </a14:m>
                <a:r>
                  <a:rPr lang="en-US" sz="1200" dirty="0"/>
                  <a:t>    </a:t>
                </a:r>
                <a14:m>
                  <m:oMath xmlns:m="http://schemas.openxmlformats.org/officeDocument/2006/math">
                    <m:r>
                      <a:rPr lang="en-US" sz="1200" i="1">
                        <a:solidFill>
                          <a:schemeClr val="bg2"/>
                        </a:solidFill>
                        <a:latin typeface="Cambria Math" panose="02040503050406030204" pitchFamily="18" charset="0"/>
                      </a:rPr>
                      <m:t>𝐺</m:t>
                    </m:r>
                    <m:r>
                      <a:rPr lang="en-US" sz="1200" i="1">
                        <a:solidFill>
                          <a:schemeClr val="bg2"/>
                        </a:solidFill>
                        <a:latin typeface="Cambria Math" panose="02040503050406030204" pitchFamily="18" charset="0"/>
                      </a:rPr>
                      <m:t>=</m:t>
                    </m:r>
                    <m:r>
                      <a:rPr lang="en-US" sz="1200" i="1">
                        <a:solidFill>
                          <a:schemeClr val="bg2"/>
                        </a:solidFill>
                        <a:latin typeface="Cambria Math" panose="02040503050406030204" pitchFamily="18" charset="0"/>
                      </a:rPr>
                      <m:t>𝑆𝑈</m:t>
                    </m:r>
                    <m:r>
                      <a:rPr lang="en-US" sz="1200" i="1">
                        <a:solidFill>
                          <a:schemeClr val="bg2"/>
                        </a:solidFill>
                        <a:latin typeface="Cambria Math" panose="02040503050406030204" pitchFamily="18" charset="0"/>
                      </a:rPr>
                      <m:t>(4)</m:t>
                    </m:r>
                  </m:oMath>
                </a14:m>
                <a:endParaRPr lang="en-US" sz="1200" dirty="0">
                  <a:solidFill>
                    <a:schemeClr val="bg2"/>
                  </a:solidFill>
                </a:endParaRPr>
              </a:p>
              <a:p>
                <a:endParaRPr lang="en-US" dirty="0">
                  <a:solidFill>
                    <a:schemeClr val="tx1"/>
                  </a:solidFill>
                  <a:latin typeface="Cambria" panose="02040503050406030204" pitchFamily="18" charset="0"/>
                  <a:ea typeface="Cambria" panose="02040503050406030204" pitchFamily="18"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7F8514EE-19E7-5158-98A6-411C6583E0FE}"/>
                  </a:ext>
                </a:extLst>
              </p:cNvPr>
              <p:cNvSpPr txBox="1">
                <a:spLocks noRot="1" noChangeAspect="1" noMove="1" noResize="1" noEditPoints="1" noAdjustHandles="1" noChangeArrowheads="1" noChangeShapeType="1" noTextEdit="1"/>
              </p:cNvSpPr>
              <p:nvPr/>
            </p:nvSpPr>
            <p:spPr>
              <a:xfrm>
                <a:off x="4779363" y="2542032"/>
                <a:ext cx="4846320" cy="7315200"/>
              </a:xfrm>
              <a:prstGeom prst="rect">
                <a:avLst/>
              </a:prstGeom>
              <a:blipFill>
                <a:blip r:embed="rId9"/>
                <a:stretch>
                  <a:fillRect t="-332"/>
                </a:stretch>
              </a:blipFill>
              <a:ln>
                <a:solidFill>
                  <a:schemeClr val="accent5">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0B89D17-BCC5-9D47-4B50-F77C5452E000}"/>
                  </a:ext>
                </a:extLst>
              </p:cNvPr>
              <p:cNvSpPr txBox="1"/>
              <p:nvPr/>
            </p:nvSpPr>
            <p:spPr>
              <a:xfrm>
                <a:off x="9737766" y="2542031"/>
                <a:ext cx="4567936" cy="5719001"/>
              </a:xfrm>
              <a:prstGeom prst="rect">
                <a:avLst/>
              </a:prstGeom>
              <a:ln>
                <a:solidFill>
                  <a:schemeClr val="accent5">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a:pPr>
                <a:r>
                  <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rPr>
                  <a:t>Results (cont.)</a:t>
                </a: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defRPr/>
                </a:pPr>
                <a:r>
                  <a:rPr lang="en-US" sz="1200" dirty="0">
                    <a:latin typeface="Cambria" panose="02040503050406030204" pitchFamily="18" charset="0"/>
                    <a:ea typeface="Cambria" panose="02040503050406030204" pitchFamily="18" charset="0"/>
                  </a:rPr>
                  <a:t>3</a:t>
                </a:r>
                <a:r>
                  <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a:sym typeface="Arial"/>
                  </a:rPr>
                  <a:t>)   </a:t>
                </a:r>
                <a14:m>
                  <m:oMath xmlns:m="http://schemas.openxmlformats.org/officeDocument/2006/math">
                    <m:r>
                      <a:rPr lang="en-US" sz="1200" i="1">
                        <a:latin typeface="Cambria Math" panose="02040503050406030204" pitchFamily="18" charset="0"/>
                      </a:rPr>
                      <m:t>𝐻</m:t>
                    </m:r>
                    <m:r>
                      <a:rPr lang="en-US" sz="1200" i="1">
                        <a:latin typeface="Cambria Math" panose="02040503050406030204" pitchFamily="18" charset="0"/>
                      </a:rPr>
                      <m:t>=</m:t>
                    </m:r>
                    <m:nary>
                      <m:naryPr>
                        <m:chr m:val="∑"/>
                        <m:supHide m:val="on"/>
                        <m:ctrlPr>
                          <a:rPr lang="en-US" sz="1200" i="1">
                            <a:latin typeface="Cambria Math" panose="02040503050406030204" pitchFamily="18" charset="0"/>
                          </a:rPr>
                        </m:ctrlPr>
                      </m:naryPr>
                      <m:sub>
                        <m:r>
                          <m:rPr>
                            <m:brk m:alnAt="7"/>
                          </m:rPr>
                          <a:rPr lang="en-US" sz="1200" i="1">
                            <a:latin typeface="Cambria Math" panose="02040503050406030204" pitchFamily="18" charset="0"/>
                          </a:rPr>
                          <m:t>&lt;</m:t>
                        </m:r>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r>
                          <a:rPr lang="en-US" sz="1200" i="1">
                            <a:latin typeface="Cambria Math" panose="02040503050406030204" pitchFamily="18" charset="0"/>
                          </a:rPr>
                          <m:t>&gt;</m:t>
                        </m:r>
                      </m:sub>
                      <m:sup/>
                      <m:e>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sub>
                          <m:sup>
                            <m:r>
                              <a:rPr lang="en-US" sz="1200" i="1">
                                <a:latin typeface="Cambria Math" panose="02040503050406030204" pitchFamily="18" charset="0"/>
                              </a:rPr>
                              <m:t>(1)</m:t>
                            </m:r>
                          </m:sup>
                        </m:sSub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sub>
                          <m:sup>
                            <m:r>
                              <a:rPr lang="en-US" sz="1200" i="1">
                                <a:latin typeface="Cambria Math" panose="02040503050406030204" pitchFamily="18" charset="0"/>
                              </a:rPr>
                              <m:t>(2)</m:t>
                            </m:r>
                          </m:sup>
                        </m:sSubSup>
                        <m:r>
                          <a:rPr lang="en-US" sz="1200" i="1">
                            <a:latin typeface="Cambria Math" panose="02040503050406030204" pitchFamily="18" charset="0"/>
                          </a:rPr>
                          <m:t>+</m:t>
                        </m:r>
                        <m:r>
                          <a:rPr lang="en-US" sz="1200" i="1">
                            <a:latin typeface="Cambria Math" panose="02040503050406030204" pitchFamily="18" charset="0"/>
                          </a:rPr>
                          <m:t>𝑈</m:t>
                        </m:r>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sub>
                          <m:sup>
                            <m:d>
                              <m:dPr>
                                <m:ctrlPr>
                                  <a:rPr lang="en-US" sz="1200" i="1">
                                    <a:latin typeface="Cambria Math" panose="02040503050406030204" pitchFamily="18" charset="0"/>
                                  </a:rPr>
                                </m:ctrlPr>
                              </m:dPr>
                              <m:e>
                                <m:r>
                                  <a:rPr lang="en-US" sz="1200" i="1">
                                    <a:latin typeface="Cambria Math" panose="02040503050406030204" pitchFamily="18" charset="0"/>
                                  </a:rPr>
                                  <m:t>1</m:t>
                                </m:r>
                              </m:e>
                            </m:d>
                          </m:sup>
                        </m:sSub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𝑖</m:t>
                            </m:r>
                            <m:r>
                              <a:rPr lang="en-US" sz="1200" i="1">
                                <a:latin typeface="Cambria Math" panose="02040503050406030204" pitchFamily="18" charset="0"/>
                              </a:rPr>
                              <m:t>,</m:t>
                            </m:r>
                            <m:r>
                              <a:rPr lang="en-US" sz="1200" i="1">
                                <a:latin typeface="Cambria Math" panose="02040503050406030204" pitchFamily="18" charset="0"/>
                              </a:rPr>
                              <m:t>𝑗</m:t>
                            </m:r>
                          </m:sub>
                          <m:sup>
                            <m:r>
                              <a:rPr lang="en-US" sz="1200" i="1">
                                <a:latin typeface="Cambria Math" panose="02040503050406030204" pitchFamily="18" charset="0"/>
                              </a:rPr>
                              <m:t>(2)</m:t>
                            </m:r>
                          </m:sup>
                        </m:sSubSup>
                        <m:r>
                          <a:rPr lang="en-US" sz="1200" i="1">
                            <a:latin typeface="Cambria Math" panose="02040503050406030204" pitchFamily="18" charset="0"/>
                          </a:rPr>
                          <m:t>)</m:t>
                        </m:r>
                      </m:e>
                    </m:nary>
                    <m:r>
                      <a:rPr lang="en-US" sz="1200" b="0" i="1" smtClean="0">
                        <a:latin typeface="Cambria Math" panose="02040503050406030204" pitchFamily="18" charset="0"/>
                      </a:rPr>
                      <m:t>    </m:t>
                    </m:r>
                    <m:r>
                      <a:rPr kumimoji="0" lang="en-US" sz="1200" b="0" i="1" u="none" strike="noStrike" kern="0" cap="none" spc="0" normalizeH="0" baseline="0" noProof="0" smtClean="0">
                        <a:ln>
                          <a:noFill/>
                        </a:ln>
                        <a:solidFill>
                          <a:srgbClr val="1F497D"/>
                        </a:solidFill>
                        <a:effectLst/>
                        <a:uLnTx/>
                        <a:uFillTx/>
                        <a:latin typeface="Cambria Math" panose="02040503050406030204" pitchFamily="18" charset="0"/>
                        <a:sym typeface="Arial"/>
                      </a:rPr>
                      <m:t>𝐺</m:t>
                    </m:r>
                    <m:r>
                      <a:rPr kumimoji="0" lang="en-US" sz="1200" b="0" i="1" u="none" strike="noStrike" kern="0" cap="none" spc="0" normalizeH="0" baseline="0" noProof="0" smtClean="0">
                        <a:ln>
                          <a:noFill/>
                        </a:ln>
                        <a:solidFill>
                          <a:srgbClr val="1F497D"/>
                        </a:solidFill>
                        <a:effectLst/>
                        <a:uLnTx/>
                        <a:uFillTx/>
                        <a:latin typeface="Cambria Math" panose="02040503050406030204" pitchFamily="18" charset="0"/>
                        <a:sym typeface="Arial"/>
                      </a:rPr>
                      <m:t>=</m:t>
                    </m:r>
                    <m:r>
                      <a:rPr kumimoji="0" lang="en-US" sz="1200" b="0" i="1" u="none" strike="noStrike" kern="0" cap="none" spc="0" normalizeH="0" baseline="0" noProof="0" smtClean="0">
                        <a:ln>
                          <a:noFill/>
                        </a:ln>
                        <a:solidFill>
                          <a:srgbClr val="1F497D"/>
                        </a:solidFill>
                        <a:effectLst/>
                        <a:uLnTx/>
                        <a:uFillTx/>
                        <a:latin typeface="Cambria Math" panose="02040503050406030204" pitchFamily="18" charset="0"/>
                        <a:sym typeface="Arial"/>
                      </a:rPr>
                      <m:t>𝑆𝑈</m:t>
                    </m:r>
                    <m:r>
                      <a:rPr kumimoji="0" lang="en-US" sz="1200" b="0" i="1" u="none" strike="noStrike" kern="0" cap="none" spc="0" normalizeH="0" baseline="0" noProof="0" smtClean="0">
                        <a:ln>
                          <a:noFill/>
                        </a:ln>
                        <a:solidFill>
                          <a:srgbClr val="1F497D"/>
                        </a:solidFill>
                        <a:effectLst/>
                        <a:uLnTx/>
                        <a:uFillTx/>
                        <a:latin typeface="Cambria Math" panose="02040503050406030204" pitchFamily="18" charset="0"/>
                        <a:sym typeface="Arial"/>
                      </a:rPr>
                      <m:t>(3) × </m:t>
                    </m:r>
                    <m:r>
                      <a:rPr kumimoji="0" lang="en-US" sz="1200" b="0" i="1" u="none" strike="noStrike" kern="0" cap="none" spc="0" normalizeH="0" baseline="0" noProof="0">
                        <a:ln>
                          <a:noFill/>
                        </a:ln>
                        <a:solidFill>
                          <a:srgbClr val="1F497D"/>
                        </a:solidFill>
                        <a:effectLst/>
                        <a:uLnTx/>
                        <a:uFillTx/>
                        <a:latin typeface="Cambria Math" panose="02040503050406030204" pitchFamily="18" charset="0"/>
                        <a:ea typeface="Cambria Math" panose="02040503050406030204" pitchFamily="18" charset="0"/>
                        <a:sym typeface="Arial"/>
                      </a:rPr>
                      <m:t>𝑆𝑈</m:t>
                    </m:r>
                    <m:r>
                      <a:rPr kumimoji="0" lang="en-US" sz="1200" b="0" i="1" u="none" strike="noStrike" kern="0" cap="none" spc="0" normalizeH="0" baseline="0" noProof="0">
                        <a:ln>
                          <a:noFill/>
                        </a:ln>
                        <a:solidFill>
                          <a:srgbClr val="1F497D"/>
                        </a:solidFill>
                        <a:effectLst/>
                        <a:uLnTx/>
                        <a:uFillTx/>
                        <a:latin typeface="Cambria Math" panose="02040503050406030204" pitchFamily="18" charset="0"/>
                        <a:ea typeface="Cambria Math" panose="02040503050406030204" pitchFamily="18" charset="0"/>
                        <a:sym typeface="Arial"/>
                      </a:rPr>
                      <m:t>(3)</m:t>
                    </m:r>
                  </m:oMath>
                </a14:m>
                <a:endParaRPr kumimoji="0" lang="en-US" sz="1200" b="0" i="0" u="none" strike="noStrike" kern="0" cap="none" spc="0" normalizeH="0" baseline="0" noProof="0" dirty="0">
                  <a:ln>
                    <a:noFill/>
                  </a:ln>
                  <a:solidFill>
                    <a:srgbClr val="1F497D"/>
                  </a:solidFill>
                  <a:effectLst/>
                  <a:uLnTx/>
                  <a:uFillTx/>
                  <a:latin typeface="Arial"/>
                  <a:cs typeface="Arial"/>
                  <a:sym typeface="Arial"/>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endParaRPr lang="en-US" sz="11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lgn="ctr">
                  <a:defRPr/>
                </a:pPr>
                <a:r>
                  <a:rPr lang="en-US" sz="1800"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rPr>
                  <a:t>Discussion</a:t>
                </a:r>
              </a:p>
              <a:p>
                <a:pPr lvl="0">
                  <a:defRPr/>
                </a:pPr>
                <a:endParaRPr lang="en-US" b="1" dirty="0">
                  <a:solidFill>
                    <a:srgbClr val="4BACC6">
                      <a:lumMod val="50000"/>
                    </a:srgbClr>
                  </a:solidFill>
                  <a:latin typeface="Cambria" panose="02040503050406030204" pitchFamily="18" charset="0"/>
                  <a:ea typeface="Cambria" panose="02040503050406030204" pitchFamily="18" charset="0"/>
                  <a:cs typeface="Calibri" panose="020F0502020204030204" pitchFamily="34" charset="0"/>
                </a:endParaRPr>
              </a:p>
              <a:p>
                <a:pPr lvl="0">
                  <a:defRPr/>
                </a:pPr>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We demonstrate that the timescale for the breakdown of superdiffusion scales as </a:t>
                </a:r>
                <a14:m>
                  <m:oMath xmlns:m="http://schemas.openxmlformats.org/officeDocument/2006/math">
                    <m:sSub>
                      <m:sSubPr>
                        <m:ctrlPr>
                          <a:rPr lang="en-US" sz="1200" i="1" dirty="0">
                            <a:latin typeface="Cambria Math" panose="02040503050406030204" pitchFamily="18" charset="0"/>
                            <a:ea typeface="Calibri" panose="020F0502020204030204" pitchFamily="34" charset="0"/>
                            <a:cs typeface="Calibri" panose="020F0502020204030204" pitchFamily="34" charset="0"/>
                          </a:rPr>
                        </m:ctrlPr>
                      </m:sSubPr>
                      <m:e>
                        <m:r>
                          <a:rPr lang="en-US" sz="1200" i="1" dirty="0">
                            <a:latin typeface="Cambria Math" panose="02040503050406030204" pitchFamily="18" charset="0"/>
                            <a:ea typeface="Calibri" panose="020F0502020204030204" pitchFamily="34" charset="0"/>
                            <a:cs typeface="Calibri" panose="020F0502020204030204" pitchFamily="34" charset="0"/>
                          </a:rPr>
                          <m:t>𝑡</m:t>
                        </m:r>
                      </m:e>
                      <m:sub>
                        <m:r>
                          <a:rPr lang="en-US" sz="1200" i="1" dirty="0">
                            <a:latin typeface="Cambria Math" panose="02040503050406030204" pitchFamily="18" charset="0"/>
                            <a:ea typeface="Calibri" panose="020F0502020204030204" pitchFamily="34" charset="0"/>
                            <a:cs typeface="Calibri" panose="020F0502020204030204" pitchFamily="34" charset="0"/>
                          </a:rPr>
                          <m:t>∗</m:t>
                        </m:r>
                      </m:sub>
                    </m:sSub>
                    <m:r>
                      <a:rPr lang="en-US" sz="1200" i="1" dirty="0">
                        <a:latin typeface="Cambria Math" panose="02040503050406030204" pitchFamily="18" charset="0"/>
                        <a:ea typeface="Calibri" panose="020F0502020204030204" pitchFamily="34" charset="0"/>
                        <a:cs typeface="Calibri" panose="020F0502020204030204" pitchFamily="34" charset="0"/>
                      </a:rPr>
                      <m:t> ~ </m:t>
                    </m:r>
                    <m:sSup>
                      <m:sSupPr>
                        <m:ctrlPr>
                          <a:rPr lang="en-US" sz="1200" i="1" dirty="0">
                            <a:latin typeface="Cambria Math" panose="02040503050406030204" pitchFamily="18" charset="0"/>
                            <a:ea typeface="Calibri" panose="020F0502020204030204" pitchFamily="34" charset="0"/>
                            <a:cs typeface="Calibri" panose="020F0502020204030204" pitchFamily="34" charset="0"/>
                          </a:rPr>
                        </m:ctrlPr>
                      </m:sSupPr>
                      <m:e>
                        <m:r>
                          <a:rPr lang="en-US" sz="1200" i="1" dirty="0">
                            <a:latin typeface="Cambria Math" panose="02040503050406030204" pitchFamily="18" charset="0"/>
                            <a:ea typeface="Calibri" panose="020F0502020204030204" pitchFamily="34" charset="0"/>
                            <a:cs typeface="Calibri" panose="020F0502020204030204" pitchFamily="34" charset="0"/>
                          </a:rPr>
                          <m:t>𝜆</m:t>
                        </m:r>
                      </m:e>
                      <m:sup>
                        <m:r>
                          <a:rPr lang="en-US" sz="1200" i="1" dirty="0">
                            <a:latin typeface="Cambria Math" panose="02040503050406030204" pitchFamily="18" charset="0"/>
                            <a:ea typeface="Calibri" panose="020F0502020204030204" pitchFamily="34" charset="0"/>
                            <a:cs typeface="Calibri" panose="020F0502020204030204" pitchFamily="34" charset="0"/>
                          </a:rPr>
                          <m:t>−</m:t>
                        </m:r>
                        <m:r>
                          <a:rPr lang="en-US" sz="1200" i="1" dirty="0">
                            <a:latin typeface="Cambria Math" panose="02040503050406030204" pitchFamily="18" charset="0"/>
                            <a:ea typeface="Calibri" panose="020F0502020204030204" pitchFamily="34" charset="0"/>
                            <a:cs typeface="Calibri" panose="020F0502020204030204" pitchFamily="34" charset="0"/>
                          </a:rPr>
                          <m:t>𝛼</m:t>
                        </m:r>
                      </m:sup>
                    </m:sSup>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 with </a:t>
                </a:r>
                <a14:m>
                  <m:oMath xmlns:m="http://schemas.openxmlformats.org/officeDocument/2006/math">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𝛼</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=2 </m:t>
                    </m:r>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when </a:t>
                </a:r>
                <a14:m>
                  <m:oMath xmlns:m="http://schemas.openxmlformats.org/officeDocument/2006/math">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𝐻</m:t>
                    </m:r>
                    <m:r>
                      <a:rPr lang="en-US" sz="1200" b="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 </m:t>
                    </m:r>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breaks the global symmetry </a:t>
                </a:r>
                <a14:m>
                  <m:oMath xmlns:m="http://schemas.openxmlformats.org/officeDocument/2006/math">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𝐺</m:t>
                    </m:r>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 and </a:t>
                </a:r>
                <a14:m>
                  <m:oMath xmlns:m="http://schemas.openxmlformats.org/officeDocument/2006/math">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𝛼</m:t>
                    </m:r>
                    <m:r>
                      <a:rPr lang="en-US" sz="1200" i="1" dirty="0" smtClean="0">
                        <a:solidFill>
                          <a:schemeClr val="tx1"/>
                        </a:solidFill>
                        <a:latin typeface="Cambria Math" panose="02040503050406030204" pitchFamily="18" charset="0"/>
                        <a:ea typeface="Cambria" panose="02040503050406030204" pitchFamily="18" charset="0"/>
                        <a:cs typeface="Calibri" panose="020F0502020204030204" pitchFamily="34" charset="0"/>
                      </a:rPr>
                      <m:t>=6 </m:t>
                    </m:r>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when it preserves the symmetry. These exponents can be understood within a recently developed hydrodynamical framework for integrable systems. We observe this behavior for perturbations from two integrable points of a S = 1/2 ladder model. Moreover, to confirm that the </a:t>
                </a:r>
                <a14:m>
                  <m:oMath xmlns:m="http://schemas.openxmlformats.org/officeDocument/2006/math">
                    <m:r>
                      <a:rPr lang="en-US" sz="1200" i="1" dirty="0">
                        <a:solidFill>
                          <a:schemeClr val="tx1"/>
                        </a:solidFill>
                        <a:latin typeface="Cambria Math" panose="02040503050406030204" pitchFamily="18" charset="0"/>
                        <a:ea typeface="Cambria" panose="02040503050406030204" pitchFamily="18" charset="0"/>
                        <a:cs typeface="Calibri" panose="020F0502020204030204" pitchFamily="34" charset="0"/>
                      </a:rPr>
                      <m:t>𝛼</m:t>
                    </m:r>
                    <m:r>
                      <a:rPr lang="en-US" sz="1200" i="1" dirty="0">
                        <a:solidFill>
                          <a:schemeClr val="tx1"/>
                        </a:solidFill>
                        <a:latin typeface="Cambria Math" panose="02040503050406030204" pitchFamily="18" charset="0"/>
                        <a:ea typeface="Cambria" panose="02040503050406030204" pitchFamily="18" charset="0"/>
                        <a:cs typeface="Calibri" panose="020F0502020204030204" pitchFamily="34" charset="0"/>
                      </a:rPr>
                      <m:t>=6</m:t>
                    </m:r>
                  </m:oMath>
                </a14:m>
                <a:r>
                  <a:rPr lang="en-US" sz="1200" dirty="0">
                    <a:solidFill>
                      <a:schemeClr val="tx1"/>
                    </a:solidFill>
                    <a:latin typeface="Cambria" panose="02040503050406030204" pitchFamily="18" charset="0"/>
                    <a:ea typeface="Cambria" panose="02040503050406030204" pitchFamily="18" charset="0"/>
                    <a:cs typeface="Calibri" panose="020F0502020204030204" pitchFamily="34" charset="0"/>
                  </a:rPr>
                  <a:t> exponent applies to other integrable systems displaying superdiffusion, we generalize the Heisenberg ladder by increasing the local Hilbert space dimension to 3 and suitably convert exchange terms to permutation terms. We verify that the same behavior occurs, indicating its universality.</a:t>
                </a:r>
              </a:p>
            </p:txBody>
          </p:sp>
        </mc:Choice>
        <mc:Fallback>
          <p:sp>
            <p:nvSpPr>
              <p:cNvPr id="5" name="TextBox 4">
                <a:extLst>
                  <a:ext uri="{FF2B5EF4-FFF2-40B4-BE49-F238E27FC236}">
                    <a16:creationId xmlns:a16="http://schemas.microsoft.com/office/drawing/2014/main" id="{80B89D17-BCC5-9D47-4B50-F77C5452E000}"/>
                  </a:ext>
                </a:extLst>
              </p:cNvPr>
              <p:cNvSpPr txBox="1">
                <a:spLocks noRot="1" noChangeAspect="1" noMove="1" noResize="1" noEditPoints="1" noAdjustHandles="1" noChangeArrowheads="1" noChangeShapeType="1" noTextEdit="1"/>
              </p:cNvSpPr>
              <p:nvPr/>
            </p:nvSpPr>
            <p:spPr>
              <a:xfrm>
                <a:off x="9737766" y="2542031"/>
                <a:ext cx="4567936" cy="5719001"/>
              </a:xfrm>
              <a:prstGeom prst="rect">
                <a:avLst/>
              </a:prstGeom>
              <a:blipFill>
                <a:blip r:embed="rId10"/>
                <a:stretch>
                  <a:fillRect t="-425"/>
                </a:stretch>
              </a:blipFill>
              <a:ln>
                <a:solidFill>
                  <a:schemeClr val="accent5">
                    <a:lumMod val="50000"/>
                  </a:schemeClr>
                </a:solid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6DBBD326-21F2-3097-B2B4-880C77C76A4A}"/>
              </a:ext>
            </a:extLst>
          </p:cNvPr>
          <p:cNvPicPr>
            <a:picLocks noChangeAspect="1"/>
          </p:cNvPicPr>
          <p:nvPr/>
        </p:nvPicPr>
        <p:blipFill>
          <a:blip r:embed="rId11"/>
          <a:stretch>
            <a:fillRect/>
          </a:stretch>
        </p:blipFill>
        <p:spPr>
          <a:xfrm>
            <a:off x="740681" y="7297169"/>
            <a:ext cx="3277588" cy="772913"/>
          </a:xfrm>
          <a:prstGeom prst="rect">
            <a:avLst/>
          </a:prstGeom>
        </p:spPr>
      </p:pic>
      <p:grpSp>
        <p:nvGrpSpPr>
          <p:cNvPr id="14" name="Group 13">
            <a:extLst>
              <a:ext uri="{FF2B5EF4-FFF2-40B4-BE49-F238E27FC236}">
                <a16:creationId xmlns:a16="http://schemas.microsoft.com/office/drawing/2014/main" id="{A949A571-763D-8204-8AA2-F1E484E029CB}"/>
              </a:ext>
            </a:extLst>
          </p:cNvPr>
          <p:cNvGrpSpPr/>
          <p:nvPr/>
        </p:nvGrpSpPr>
        <p:grpSpPr>
          <a:xfrm>
            <a:off x="5134448" y="5310359"/>
            <a:ext cx="3892624" cy="1887568"/>
            <a:chOff x="4841271" y="5760000"/>
            <a:chExt cx="4240347" cy="2056182"/>
          </a:xfrm>
        </p:grpSpPr>
        <p:grpSp>
          <p:nvGrpSpPr>
            <p:cNvPr id="7" name="Group 6">
              <a:extLst>
                <a:ext uri="{FF2B5EF4-FFF2-40B4-BE49-F238E27FC236}">
                  <a16:creationId xmlns:a16="http://schemas.microsoft.com/office/drawing/2014/main" id="{0ECD0AAD-BE58-78C0-AC4D-6FC7003730D2}"/>
                </a:ext>
              </a:extLst>
            </p:cNvPr>
            <p:cNvGrpSpPr/>
            <p:nvPr/>
          </p:nvGrpSpPr>
          <p:grpSpPr>
            <a:xfrm>
              <a:off x="4841271" y="5760000"/>
              <a:ext cx="4240347" cy="2056182"/>
              <a:chOff x="2458756" y="2746836"/>
              <a:chExt cx="7274488" cy="3527463"/>
            </a:xfrm>
          </p:grpSpPr>
          <p:pic>
            <p:nvPicPr>
              <p:cNvPr id="8" name="Picture 7" descr="A group of graphs with different colors&#10;&#10;AI-generated content may be incorrect.">
                <a:extLst>
                  <a:ext uri="{FF2B5EF4-FFF2-40B4-BE49-F238E27FC236}">
                    <a16:creationId xmlns:a16="http://schemas.microsoft.com/office/drawing/2014/main" id="{84BE9AD0-E5C6-F6DB-D721-948C300696D2}"/>
                  </a:ext>
                </a:extLst>
              </p:cNvPr>
              <p:cNvPicPr>
                <a:picLocks noChangeAspect="1"/>
              </p:cNvPicPr>
              <p:nvPr/>
            </p:nvPicPr>
            <p:blipFill>
              <a:blip r:embed="rId12"/>
              <a:stretch>
                <a:fillRect/>
              </a:stretch>
            </p:blipFill>
            <p:spPr>
              <a:xfrm>
                <a:off x="2458756" y="2746836"/>
                <a:ext cx="7274488" cy="303103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849AE90-04A0-CAFF-3BEC-7C3BF3B59A14}"/>
                      </a:ext>
                    </a:extLst>
                  </p:cNvPr>
                  <p:cNvSpPr txBox="1"/>
                  <p:nvPr/>
                </p:nvSpPr>
                <p:spPr>
                  <a:xfrm>
                    <a:off x="3022549" y="5756647"/>
                    <a:ext cx="1791855" cy="517652"/>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-breaking</a:t>
                    </a:r>
                  </a:p>
                </p:txBody>
              </p:sp>
            </mc:Choice>
            <mc:Fallback xmlns="">
              <p:sp>
                <p:nvSpPr>
                  <p:cNvPr id="9" name="TextBox 8">
                    <a:extLst>
                      <a:ext uri="{FF2B5EF4-FFF2-40B4-BE49-F238E27FC236}">
                        <a16:creationId xmlns:a16="http://schemas.microsoft.com/office/drawing/2014/main" id="{7849AE90-04A0-CAFF-3BEC-7C3BF3B59A14}"/>
                      </a:ext>
                    </a:extLst>
                  </p:cNvPr>
                  <p:cNvSpPr txBox="1">
                    <a:spLocks noRot="1" noChangeAspect="1" noMove="1" noResize="1" noEditPoints="1" noAdjustHandles="1" noChangeArrowheads="1" noChangeShapeType="1" noTextEdit="1"/>
                  </p:cNvSpPr>
                  <p:nvPr/>
                </p:nvSpPr>
                <p:spPr>
                  <a:xfrm>
                    <a:off x="3022549" y="5756647"/>
                    <a:ext cx="1791855" cy="517652"/>
                  </a:xfrm>
                  <a:prstGeom prst="rect">
                    <a:avLst/>
                  </a:prstGeom>
                  <a:blipFill>
                    <a:blip r:embed="rId13"/>
                    <a:stretch>
                      <a:fillRect b="-1521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F41A31-C84F-D978-D2EA-87300D150066}"/>
                    </a:ext>
                  </a:extLst>
                </p:cNvPr>
                <p:cNvSpPr txBox="1"/>
                <p:nvPr/>
              </p:nvSpPr>
              <p:spPr>
                <a:xfrm>
                  <a:off x="6503189" y="7514439"/>
                  <a:ext cx="1044484" cy="301743"/>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-breaking</a:t>
                  </a:r>
                </a:p>
              </p:txBody>
            </p:sp>
          </mc:Choice>
          <mc:Fallback xmlns="">
            <p:sp>
              <p:nvSpPr>
                <p:cNvPr id="12" name="TextBox 11">
                  <a:extLst>
                    <a:ext uri="{FF2B5EF4-FFF2-40B4-BE49-F238E27FC236}">
                      <a16:creationId xmlns:a16="http://schemas.microsoft.com/office/drawing/2014/main" id="{EFF41A31-C84F-D978-D2EA-87300D150066}"/>
                    </a:ext>
                  </a:extLst>
                </p:cNvPr>
                <p:cNvSpPr txBox="1">
                  <a:spLocks noRot="1" noChangeAspect="1" noMove="1" noResize="1" noEditPoints="1" noAdjustHandles="1" noChangeArrowheads="1" noChangeShapeType="1" noTextEdit="1"/>
                </p:cNvSpPr>
                <p:nvPr/>
              </p:nvSpPr>
              <p:spPr>
                <a:xfrm>
                  <a:off x="6503189" y="7514439"/>
                  <a:ext cx="1044484" cy="301743"/>
                </a:xfrm>
                <a:prstGeom prst="rect">
                  <a:avLst/>
                </a:prstGeom>
                <a:blipFill>
                  <a:blip r:embed="rId1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C84618-693A-7442-8281-616E84AD2302}"/>
                    </a:ext>
                  </a:extLst>
                </p:cNvPr>
                <p:cNvSpPr txBox="1"/>
                <p:nvPr/>
              </p:nvSpPr>
              <p:spPr>
                <a:xfrm>
                  <a:off x="7881087" y="7523208"/>
                  <a:ext cx="1044484" cy="276999"/>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-invariant</a:t>
                  </a:r>
                </a:p>
              </p:txBody>
            </p:sp>
          </mc:Choice>
          <mc:Fallback xmlns="">
            <p:sp>
              <p:nvSpPr>
                <p:cNvPr id="13" name="TextBox 12">
                  <a:extLst>
                    <a:ext uri="{FF2B5EF4-FFF2-40B4-BE49-F238E27FC236}">
                      <a16:creationId xmlns:a16="http://schemas.microsoft.com/office/drawing/2014/main" id="{49C84618-693A-7442-8281-616E84AD2302}"/>
                    </a:ext>
                  </a:extLst>
                </p:cNvPr>
                <p:cNvSpPr txBox="1">
                  <a:spLocks noRot="1" noChangeAspect="1" noMove="1" noResize="1" noEditPoints="1" noAdjustHandles="1" noChangeArrowheads="1" noChangeShapeType="1" noTextEdit="1"/>
                </p:cNvSpPr>
                <p:nvPr/>
              </p:nvSpPr>
              <p:spPr>
                <a:xfrm>
                  <a:off x="7881087" y="7523208"/>
                  <a:ext cx="1044484" cy="276999"/>
                </a:xfrm>
                <a:prstGeom prst="rect">
                  <a:avLst/>
                </a:prstGeom>
                <a:blipFill>
                  <a:blip r:embed="rId14"/>
                  <a:stretch>
                    <a:fillRect t="-2439" b="-29268"/>
                  </a:stretch>
                </a:blipFill>
              </p:spPr>
              <p:txBody>
                <a:bodyPr/>
                <a:lstStyle/>
                <a:p>
                  <a:r>
                    <a:rPr lang="en-US">
                      <a:noFill/>
                    </a:rPr>
                    <a:t> </a:t>
                  </a:r>
                </a:p>
              </p:txBody>
            </p:sp>
          </mc:Fallback>
        </mc:AlternateContent>
      </p:grpSp>
      <p:pic>
        <p:nvPicPr>
          <p:cNvPr id="15" name="Picture 14">
            <a:extLst>
              <a:ext uri="{FF2B5EF4-FFF2-40B4-BE49-F238E27FC236}">
                <a16:creationId xmlns:a16="http://schemas.microsoft.com/office/drawing/2014/main" id="{43F582DE-79F1-92C2-AFC3-9E69F2EC280D}"/>
              </a:ext>
            </a:extLst>
          </p:cNvPr>
          <p:cNvPicPr>
            <a:picLocks noChangeAspect="1"/>
          </p:cNvPicPr>
          <p:nvPr/>
        </p:nvPicPr>
        <p:blipFill>
          <a:blip r:embed="rId15"/>
          <a:srcRect/>
          <a:stretch/>
        </p:blipFill>
        <p:spPr>
          <a:xfrm>
            <a:off x="7199999" y="7393773"/>
            <a:ext cx="2224894" cy="276999"/>
          </a:xfrm>
          <a:prstGeom prst="rect">
            <a:avLst/>
          </a:prstGeom>
        </p:spPr>
      </p:pic>
      <p:grpSp>
        <p:nvGrpSpPr>
          <p:cNvPr id="21" name="Group 20">
            <a:extLst>
              <a:ext uri="{FF2B5EF4-FFF2-40B4-BE49-F238E27FC236}">
                <a16:creationId xmlns:a16="http://schemas.microsoft.com/office/drawing/2014/main" id="{79D0DCD9-6D52-95A0-F2B1-1B98EB0BBC87}"/>
              </a:ext>
            </a:extLst>
          </p:cNvPr>
          <p:cNvGrpSpPr/>
          <p:nvPr/>
        </p:nvGrpSpPr>
        <p:grpSpPr>
          <a:xfrm>
            <a:off x="5116589" y="7744382"/>
            <a:ext cx="3928341" cy="2069764"/>
            <a:chOff x="5116589" y="7744382"/>
            <a:chExt cx="3928341" cy="2069764"/>
          </a:xfrm>
        </p:grpSpPr>
        <p:pic>
          <p:nvPicPr>
            <p:cNvPr id="16" name="Picture 15">
              <a:extLst>
                <a:ext uri="{FF2B5EF4-FFF2-40B4-BE49-F238E27FC236}">
                  <a16:creationId xmlns:a16="http://schemas.microsoft.com/office/drawing/2014/main" id="{98F60AD0-A130-AF62-6048-1460DBE0B5FF}"/>
                </a:ext>
              </a:extLst>
            </p:cNvPr>
            <p:cNvPicPr>
              <a:picLocks noChangeAspect="1"/>
            </p:cNvPicPr>
            <p:nvPr/>
          </p:nvPicPr>
          <p:blipFill>
            <a:blip r:embed="rId16"/>
            <a:srcRect/>
            <a:stretch/>
          </p:blipFill>
          <p:spPr>
            <a:xfrm>
              <a:off x="5116589" y="7744382"/>
              <a:ext cx="3928341" cy="1637300"/>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0B4BBDA-8CA1-0937-BF26-A10D9AAC156B}"/>
                    </a:ext>
                  </a:extLst>
                </p:cNvPr>
                <p:cNvSpPr txBox="1"/>
                <p:nvPr/>
              </p:nvSpPr>
              <p:spPr>
                <a:xfrm>
                  <a:off x="6660083" y="9389058"/>
                  <a:ext cx="958833" cy="276999"/>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-breaking</a:t>
                  </a:r>
                </a:p>
              </p:txBody>
            </p:sp>
          </mc:Choice>
          <mc:Fallback xmlns="">
            <p:sp>
              <p:nvSpPr>
                <p:cNvPr id="17" name="TextBox 16">
                  <a:extLst>
                    <a:ext uri="{FF2B5EF4-FFF2-40B4-BE49-F238E27FC236}">
                      <a16:creationId xmlns:a16="http://schemas.microsoft.com/office/drawing/2014/main" id="{A0B4BBDA-8CA1-0937-BF26-A10D9AAC156B}"/>
                    </a:ext>
                  </a:extLst>
                </p:cNvPr>
                <p:cNvSpPr txBox="1">
                  <a:spLocks noRot="1" noChangeAspect="1" noMove="1" noResize="1" noEditPoints="1" noAdjustHandles="1" noChangeArrowheads="1" noChangeShapeType="1" noTextEdit="1"/>
                </p:cNvSpPr>
                <p:nvPr/>
              </p:nvSpPr>
              <p:spPr>
                <a:xfrm>
                  <a:off x="6660083" y="9389058"/>
                  <a:ext cx="958833" cy="276999"/>
                </a:xfrm>
                <a:prstGeom prst="rect">
                  <a:avLst/>
                </a:prstGeom>
                <a:blipFill>
                  <a:blip r:embed="rId1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C042AC1-8D29-D19F-577F-6ED88C85FB29}"/>
                    </a:ext>
                  </a:extLst>
                </p:cNvPr>
                <p:cNvSpPr txBox="1"/>
                <p:nvPr/>
              </p:nvSpPr>
              <p:spPr>
                <a:xfrm>
                  <a:off x="7924989" y="9399065"/>
                  <a:ext cx="958833" cy="276999"/>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-breaking</a:t>
                  </a:r>
                </a:p>
              </p:txBody>
            </p:sp>
          </mc:Choice>
          <mc:Fallback xmlns="">
            <p:sp>
              <p:nvSpPr>
                <p:cNvPr id="18" name="TextBox 17">
                  <a:extLst>
                    <a:ext uri="{FF2B5EF4-FFF2-40B4-BE49-F238E27FC236}">
                      <a16:creationId xmlns:a16="http://schemas.microsoft.com/office/drawing/2014/main" id="{1C042AC1-8D29-D19F-577F-6ED88C85FB29}"/>
                    </a:ext>
                  </a:extLst>
                </p:cNvPr>
                <p:cNvSpPr txBox="1">
                  <a:spLocks noRot="1" noChangeAspect="1" noMove="1" noResize="1" noEditPoints="1" noAdjustHandles="1" noChangeArrowheads="1" noChangeShapeType="1" noTextEdit="1"/>
                </p:cNvSpPr>
                <p:nvPr/>
              </p:nvSpPr>
              <p:spPr>
                <a:xfrm>
                  <a:off x="7924989" y="9399065"/>
                  <a:ext cx="958833" cy="276999"/>
                </a:xfrm>
                <a:prstGeom prst="rect">
                  <a:avLst/>
                </a:prstGeom>
                <a:blipFill>
                  <a:blip r:embed="rId17"/>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0B95FB0-461C-E430-B428-D194C1DC2A3A}"/>
                    </a:ext>
                  </a:extLst>
                </p:cNvPr>
                <p:cNvSpPr txBox="1"/>
                <p:nvPr/>
              </p:nvSpPr>
              <p:spPr>
                <a:xfrm>
                  <a:off x="5436137" y="9352481"/>
                  <a:ext cx="958833" cy="461665"/>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 chemical</a:t>
                  </a:r>
                </a:p>
                <a:p>
                  <a:pPr algn="ctr"/>
                  <a:r>
                    <a:rPr lang="en-US" sz="1200" dirty="0">
                      <a:solidFill>
                        <a:schemeClr val="bg2"/>
                      </a:solidFill>
                      <a:latin typeface="Cambria" panose="02040503050406030204" pitchFamily="18" charset="0"/>
                      <a:ea typeface="Cambria" panose="02040503050406030204" pitchFamily="18" charset="0"/>
                    </a:rPr>
                    <a:t>potential</a:t>
                  </a:r>
                </a:p>
              </p:txBody>
            </p:sp>
          </mc:Choice>
          <mc:Fallback xmlns="">
            <p:sp>
              <p:nvSpPr>
                <p:cNvPr id="19" name="TextBox 18">
                  <a:extLst>
                    <a:ext uri="{FF2B5EF4-FFF2-40B4-BE49-F238E27FC236}">
                      <a16:creationId xmlns:a16="http://schemas.microsoft.com/office/drawing/2014/main" id="{E0B95FB0-461C-E430-B428-D194C1DC2A3A}"/>
                    </a:ext>
                  </a:extLst>
                </p:cNvPr>
                <p:cNvSpPr txBox="1">
                  <a:spLocks noRot="1" noChangeAspect="1" noMove="1" noResize="1" noEditPoints="1" noAdjustHandles="1" noChangeArrowheads="1" noChangeShapeType="1" noTextEdit="1"/>
                </p:cNvSpPr>
                <p:nvPr/>
              </p:nvSpPr>
              <p:spPr>
                <a:xfrm>
                  <a:off x="5436137" y="9352481"/>
                  <a:ext cx="958833" cy="461665"/>
                </a:xfrm>
                <a:prstGeom prst="rect">
                  <a:avLst/>
                </a:prstGeom>
                <a:blipFill>
                  <a:blip r:embed="rId18"/>
                  <a:stretch>
                    <a:fillRect b="-9211"/>
                  </a:stretch>
                </a:blipFill>
              </p:spPr>
              <p:txBody>
                <a:bodyPr/>
                <a:lstStyle/>
                <a:p>
                  <a:r>
                    <a:rPr lang="en-US">
                      <a:noFill/>
                    </a:rPr>
                    <a:t> </a:t>
                  </a:r>
                </a:p>
              </p:txBody>
            </p:sp>
          </mc:Fallback>
        </mc:AlternateContent>
      </p:grpSp>
      <p:grpSp>
        <p:nvGrpSpPr>
          <p:cNvPr id="33" name="Group 32">
            <a:extLst>
              <a:ext uri="{FF2B5EF4-FFF2-40B4-BE49-F238E27FC236}">
                <a16:creationId xmlns:a16="http://schemas.microsoft.com/office/drawing/2014/main" id="{48E520F1-3E7F-AB6D-86B9-4ED48749DC15}"/>
              </a:ext>
            </a:extLst>
          </p:cNvPr>
          <p:cNvGrpSpPr/>
          <p:nvPr/>
        </p:nvGrpSpPr>
        <p:grpSpPr>
          <a:xfrm>
            <a:off x="10060539" y="3695513"/>
            <a:ext cx="1923765" cy="901564"/>
            <a:chOff x="10925322" y="3583434"/>
            <a:chExt cx="2188602" cy="1025679"/>
          </a:xfrm>
        </p:grpSpPr>
        <p:pic>
          <p:nvPicPr>
            <p:cNvPr id="20" name="Picture 19">
              <a:extLst>
                <a:ext uri="{FF2B5EF4-FFF2-40B4-BE49-F238E27FC236}">
                  <a16:creationId xmlns:a16="http://schemas.microsoft.com/office/drawing/2014/main" id="{88201F1D-5A03-E1CB-5439-6638580E32B3}"/>
                </a:ext>
              </a:extLst>
            </p:cNvPr>
            <p:cNvPicPr>
              <a:picLocks noChangeAspect="1"/>
            </p:cNvPicPr>
            <p:nvPr/>
          </p:nvPicPr>
          <p:blipFill>
            <a:blip r:embed="rId19"/>
            <a:srcRect/>
            <a:stretch/>
          </p:blipFill>
          <p:spPr>
            <a:xfrm>
              <a:off x="10925322" y="3583434"/>
              <a:ext cx="2188602" cy="513651"/>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ADB9EF3-F42D-1DC2-D112-6637102A59CE}"/>
                    </a:ext>
                  </a:extLst>
                </p:cNvPr>
                <p:cNvSpPr txBox="1"/>
                <p:nvPr/>
              </p:nvSpPr>
              <p:spPr>
                <a:xfrm>
                  <a:off x="11674552" y="4378281"/>
                  <a:ext cx="1077433" cy="2308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900" b="0" i="1" smtClean="0">
                            <a:latin typeface="Cambria Math" panose="02040503050406030204" pitchFamily="18" charset="0"/>
                          </a:rPr>
                          <m:t>𝑑</m:t>
                        </m:r>
                        <m:r>
                          <a:rPr lang="en-US" sz="900" b="0" i="1" smtClean="0">
                            <a:latin typeface="Cambria Math" panose="02040503050406030204" pitchFamily="18" charset="0"/>
                          </a:rPr>
                          <m:t>=2→3</m:t>
                        </m:r>
                      </m:oMath>
                    </m:oMathPara>
                  </a14:m>
                  <a:endParaRPr lang="en-US" sz="900" dirty="0"/>
                </a:p>
              </p:txBody>
            </p:sp>
          </mc:Choice>
          <mc:Fallback xmlns="">
            <p:sp>
              <p:nvSpPr>
                <p:cNvPr id="22" name="TextBox 21">
                  <a:extLst>
                    <a:ext uri="{FF2B5EF4-FFF2-40B4-BE49-F238E27FC236}">
                      <a16:creationId xmlns:a16="http://schemas.microsoft.com/office/drawing/2014/main" id="{DADB9EF3-F42D-1DC2-D112-6637102A59CE}"/>
                    </a:ext>
                  </a:extLst>
                </p:cNvPr>
                <p:cNvSpPr txBox="1">
                  <a:spLocks noRot="1" noChangeAspect="1" noMove="1" noResize="1" noEditPoints="1" noAdjustHandles="1" noChangeArrowheads="1" noChangeShapeType="1" noTextEdit="1"/>
                </p:cNvSpPr>
                <p:nvPr/>
              </p:nvSpPr>
              <p:spPr>
                <a:xfrm>
                  <a:off x="11674552" y="4378281"/>
                  <a:ext cx="1077433" cy="230832"/>
                </a:xfrm>
                <a:prstGeom prst="rect">
                  <a:avLst/>
                </a:prstGeom>
                <a:blipFill>
                  <a:blip r:embed="rId20"/>
                  <a:stretch>
                    <a:fillRect/>
                  </a:stretch>
                </a:blipFill>
              </p:spPr>
              <p:txBody>
                <a:bodyPr/>
                <a:lstStyle/>
                <a:p>
                  <a:r>
                    <a:rPr lang="en-US">
                      <a:noFill/>
                    </a:rPr>
                    <a:t> </a:t>
                  </a:r>
                </a:p>
              </p:txBody>
            </p:sp>
          </mc:Fallback>
        </mc:AlternateContent>
        <p:cxnSp>
          <p:nvCxnSpPr>
            <p:cNvPr id="24" name="Connector: Curved 23">
              <a:extLst>
                <a:ext uri="{FF2B5EF4-FFF2-40B4-BE49-F238E27FC236}">
                  <a16:creationId xmlns:a16="http://schemas.microsoft.com/office/drawing/2014/main" id="{0CF49CFC-BCBA-2A23-7D90-962D92CF9E78}"/>
                </a:ext>
              </a:extLst>
            </p:cNvPr>
            <p:cNvCxnSpPr>
              <a:cxnSpLocks/>
            </p:cNvCxnSpPr>
            <p:nvPr/>
          </p:nvCxnSpPr>
          <p:spPr>
            <a:xfrm rot="5400000" flipH="1" flipV="1">
              <a:off x="12184825" y="4125532"/>
              <a:ext cx="283712" cy="226823"/>
            </a:xfrm>
            <a:prstGeom prst="curvedConnector3">
              <a:avLst>
                <a:gd name="adj1" fmla="val 50000"/>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pic>
        <p:nvPicPr>
          <p:cNvPr id="32" name="Picture 31" descr="A graph of a function&#10;&#10;AI-generated content may be incorrect.">
            <a:extLst>
              <a:ext uri="{FF2B5EF4-FFF2-40B4-BE49-F238E27FC236}">
                <a16:creationId xmlns:a16="http://schemas.microsoft.com/office/drawing/2014/main" id="{E40D5778-0E42-A795-ECE9-C18A13D33E57}"/>
              </a:ext>
            </a:extLst>
          </p:cNvPr>
          <p:cNvPicPr>
            <a:picLocks noChangeAspect="1"/>
          </p:cNvPicPr>
          <p:nvPr/>
        </p:nvPicPr>
        <p:blipFill>
          <a:blip r:embed="rId21"/>
          <a:stretch>
            <a:fillRect/>
          </a:stretch>
        </p:blipFill>
        <p:spPr>
          <a:xfrm>
            <a:off x="12373440" y="3695513"/>
            <a:ext cx="1614846" cy="1614846"/>
          </a:xfrm>
          <a:prstGeom prst="rect">
            <a:avLst/>
          </a:prstGeom>
        </p:spPr>
      </p:pic>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4D6C945-0BFB-EE7E-0E7F-DB460DF76D7C}"/>
                  </a:ext>
                </a:extLst>
              </p:cNvPr>
              <p:cNvSpPr txBox="1"/>
              <p:nvPr/>
            </p:nvSpPr>
            <p:spPr>
              <a:xfrm>
                <a:off x="11403310" y="4739153"/>
                <a:ext cx="958833" cy="254284"/>
              </a:xfrm>
              <a:prstGeom prst="rect">
                <a:avLst/>
              </a:prstGeom>
              <a:noFill/>
            </p:spPr>
            <p:txBody>
              <a:bodyPr wrap="square" rtlCol="0">
                <a:spAutoFit/>
              </a:bodyPr>
              <a:lstStyle/>
              <a:p>
                <a:pPr algn="ctr"/>
                <a14:m>
                  <m:oMath xmlns:m="http://schemas.openxmlformats.org/officeDocument/2006/math">
                    <m:r>
                      <a:rPr lang="en-US" sz="1200" i="1" dirty="0" smtClean="0">
                        <a:solidFill>
                          <a:schemeClr val="bg2"/>
                        </a:solidFill>
                        <a:latin typeface="Cambria Math" panose="02040503050406030204" pitchFamily="18" charset="0"/>
                      </a:rPr>
                      <m:t>𝐺</m:t>
                    </m:r>
                  </m:oMath>
                </a14:m>
                <a:r>
                  <a:rPr lang="en-US" sz="1200" dirty="0">
                    <a:solidFill>
                      <a:schemeClr val="bg2"/>
                    </a:solidFill>
                    <a:latin typeface="Cambria" panose="02040503050406030204" pitchFamily="18" charset="0"/>
                    <a:ea typeface="Cambria" panose="02040503050406030204" pitchFamily="18" charset="0"/>
                  </a:rPr>
                  <a:t>-invariant</a:t>
                </a:r>
              </a:p>
            </p:txBody>
          </p:sp>
        </mc:Choice>
        <mc:Fallback xmlns="">
          <p:sp>
            <p:nvSpPr>
              <p:cNvPr id="47" name="TextBox 46">
                <a:extLst>
                  <a:ext uri="{FF2B5EF4-FFF2-40B4-BE49-F238E27FC236}">
                    <a16:creationId xmlns:a16="http://schemas.microsoft.com/office/drawing/2014/main" id="{14D6C945-0BFB-EE7E-0E7F-DB460DF76D7C}"/>
                  </a:ext>
                </a:extLst>
              </p:cNvPr>
              <p:cNvSpPr txBox="1">
                <a:spLocks noRot="1" noChangeAspect="1" noMove="1" noResize="1" noEditPoints="1" noAdjustHandles="1" noChangeArrowheads="1" noChangeShapeType="1" noTextEdit="1"/>
              </p:cNvSpPr>
              <p:nvPr/>
            </p:nvSpPr>
            <p:spPr>
              <a:xfrm>
                <a:off x="11403310" y="4739153"/>
                <a:ext cx="958833" cy="254284"/>
              </a:xfrm>
              <a:prstGeom prst="rect">
                <a:avLst/>
              </a:prstGeom>
              <a:blipFill>
                <a:blip r:embed="rId22"/>
                <a:stretch>
                  <a:fillRect b="-26190"/>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1483</TotalTime>
  <Words>506</Words>
  <Application>Microsoft Office PowerPoint</Application>
  <PresentationFormat>Custom</PresentationFormat>
  <Paragraphs>67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Cambria Math</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Nalin Patel</dc:creator>
  <cp:lastModifiedBy>Kevin Wang</cp:lastModifiedBy>
  <cp:revision>7</cp:revision>
  <dcterms:created xsi:type="dcterms:W3CDTF">2012-10-18T14:21:23Z</dcterms:created>
  <dcterms:modified xsi:type="dcterms:W3CDTF">2025-06-13T17:47:31Z</dcterms:modified>
</cp:coreProperties>
</file>