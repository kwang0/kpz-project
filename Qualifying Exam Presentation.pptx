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36"/>
  </p:notesMasterIdLst>
  <p:sldIdLst>
    <p:sldId id="256" r:id="rId3"/>
    <p:sldId id="275" r:id="rId4"/>
    <p:sldId id="296" r:id="rId5"/>
    <p:sldId id="297" r:id="rId6"/>
    <p:sldId id="298" r:id="rId7"/>
    <p:sldId id="299" r:id="rId8"/>
    <p:sldId id="276" r:id="rId9"/>
    <p:sldId id="278" r:id="rId10"/>
    <p:sldId id="279" r:id="rId11"/>
    <p:sldId id="277" r:id="rId12"/>
    <p:sldId id="280" r:id="rId13"/>
    <p:sldId id="281" r:id="rId14"/>
    <p:sldId id="283" r:id="rId15"/>
    <p:sldId id="282" r:id="rId16"/>
    <p:sldId id="286" r:id="rId17"/>
    <p:sldId id="257" r:id="rId18"/>
    <p:sldId id="285" r:id="rId19"/>
    <p:sldId id="284" r:id="rId20"/>
    <p:sldId id="258" r:id="rId21"/>
    <p:sldId id="260" r:id="rId22"/>
    <p:sldId id="261" r:id="rId23"/>
    <p:sldId id="288" r:id="rId24"/>
    <p:sldId id="289" r:id="rId25"/>
    <p:sldId id="291" r:id="rId26"/>
    <p:sldId id="274" r:id="rId27"/>
    <p:sldId id="293" r:id="rId28"/>
    <p:sldId id="305" r:id="rId29"/>
    <p:sldId id="300" r:id="rId30"/>
    <p:sldId id="302" r:id="rId31"/>
    <p:sldId id="303" r:id="rId32"/>
    <p:sldId id="304" r:id="rId33"/>
    <p:sldId id="292" r:id="rId34"/>
    <p:sldId id="294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46" autoAdjust="0"/>
    <p:restoredTop sz="94719"/>
  </p:normalViewPr>
  <p:slideViewPr>
    <p:cSldViewPr snapToGrid="0">
      <p:cViewPr varScale="1">
        <p:scale>
          <a:sx n="140" d="100"/>
          <a:sy n="140" d="100"/>
        </p:scale>
        <p:origin x="240" y="36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9B76F-5019-CE1F-FBBD-285BB156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88581-B093-6AA5-D57A-4C499468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CA307-617B-7C2F-27A4-F5E589D9E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CD0FA7-44BC-3672-1551-1B09E190F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523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5.png"/><Relationship Id="rId4" Type="http://schemas.openxmlformats.org/officeDocument/2006/relationships/image" Target="../media/image44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Kevin Wang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 Qualifying Exam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 fontScale="90000"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low-dimensional quantum magnetism: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superdiffusion breakdown in spin ladders and quantum spin liquids on the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‘13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‘17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408003" y="3321074"/>
            <a:ext cx="1616298" cy="2179393"/>
            <a:chOff x="9658131" y="3186849"/>
            <a:chExt cx="1616298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700782" y="5104632"/>
              <a:ext cx="153099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‘24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000" i="1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(fixed by static susceptibility sum rule)</a:t>
                </a:r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000" i="1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(fixed by static susceptibility sum rule)</a:t>
                </a:r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6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’17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’18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’14)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’25)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’25)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J1-J2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J2/J1=1/8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‘23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304582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62027" y="2818698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027" y="2818698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l="-28302" t="-1143" b="-5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529139" y="2818698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9139" y="2818698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28205" t="-1143" b="-5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E5E7-AD1B-D7E6-83A5-E5AE74FC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C8F8EF1-148B-3196-A76B-5D7759821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DAAE2F-D52E-2874-57AB-4970A3BD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13A90A6-6E75-1084-E08C-FD9D97C2B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304582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61AEA0-182B-5AE9-EEAE-9E5B0033A21F}"/>
                  </a:ext>
                </a:extLst>
              </p:cNvPr>
              <p:cNvSpPr txBox="1"/>
              <p:nvPr/>
            </p:nvSpPr>
            <p:spPr>
              <a:xfrm>
                <a:off x="2727523" y="2818698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61AEA0-182B-5AE9-EEAE-9E5B0033A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7523" y="2818698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l="-26415" t="-1143" b="-5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524AE3-AFDA-A70E-5557-06912E01024B}"/>
                  </a:ext>
                </a:extLst>
              </p:cNvPr>
              <p:cNvSpPr txBox="1"/>
              <p:nvPr/>
            </p:nvSpPr>
            <p:spPr>
              <a:xfrm>
                <a:off x="6529139" y="2818698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524AE3-AFDA-A70E-5557-06912E010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9139" y="2818698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28205" t="-1143" b="-5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4821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28407</TotalTime>
  <Words>1800</Words>
  <Application>Microsoft Macintosh PowerPoint</Application>
  <PresentationFormat>Widescreen</PresentationFormat>
  <Paragraphs>313</Paragraphs>
  <Slides>33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63</cp:revision>
  <dcterms:created xsi:type="dcterms:W3CDTF">2024-06-07T07:59:19Z</dcterms:created>
  <dcterms:modified xsi:type="dcterms:W3CDTF">2026-03-11T00:56:48Z</dcterms:modified>
</cp:coreProperties>
</file>