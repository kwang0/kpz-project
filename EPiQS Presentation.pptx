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5" r:id="rId3"/>
    <p:sldId id="276" r:id="rId4"/>
    <p:sldId id="278" r:id="rId5"/>
    <p:sldId id="279" r:id="rId6"/>
    <p:sldId id="277" r:id="rId7"/>
    <p:sldId id="280" r:id="rId8"/>
    <p:sldId id="281" r:id="rId9"/>
    <p:sldId id="283" r:id="rId10"/>
    <p:sldId id="282" r:id="rId11"/>
    <p:sldId id="257" r:id="rId12"/>
    <p:sldId id="258" r:id="rId13"/>
    <p:sldId id="260" r:id="rId14"/>
    <p:sldId id="259" r:id="rId15"/>
    <p:sldId id="263" r:id="rId16"/>
    <p:sldId id="261" r:id="rId17"/>
    <p:sldId id="264" r:id="rId18"/>
    <p:sldId id="262" r:id="rId19"/>
    <p:sldId id="266" r:id="rId20"/>
    <p:sldId id="267" r:id="rId21"/>
    <p:sldId id="268" r:id="rId22"/>
    <p:sldId id="269" r:id="rId23"/>
    <p:sldId id="270" r:id="rId24"/>
    <p:sldId id="271" r:id="rId25"/>
    <p:sldId id="273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7" autoAdjust="0"/>
    <p:restoredTop sz="94688"/>
  </p:normalViewPr>
  <p:slideViewPr>
    <p:cSldViewPr snapToGrid="0">
      <p:cViewPr varScale="1">
        <p:scale>
          <a:sx n="91" d="100"/>
          <a:sy n="91" d="100"/>
        </p:scale>
        <p:origin x="6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conserved charges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390" t="-1961" r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738DD6-6D0A-A9D8-5DB1-D02489CEC390}"/>
              </a:ext>
            </a:extLst>
          </p:cNvPr>
          <p:cNvGrpSpPr/>
          <p:nvPr/>
        </p:nvGrpSpPr>
        <p:grpSpPr>
          <a:xfrm>
            <a:off x="7265475" y="1492189"/>
            <a:ext cx="4088325" cy="3873621"/>
            <a:chOff x="7265475" y="1492189"/>
            <a:chExt cx="4088325" cy="387362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7C207BC-0287-2024-35F8-F3DA12818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5475" y="1492189"/>
              <a:ext cx="4088325" cy="387362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/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blipFill>
                  <a:blip r:embed="rId4"/>
                  <a:stretch>
                    <a:fillRect r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How do we characterize non-equilibrium dynamics of integrable systems?</a:t>
                </a:r>
              </a:p>
              <a:p>
                <a:r>
                  <a:rPr lang="en-US" dirty="0"/>
                  <a:t>Integrability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infinite number of stable, ballistically propagating quasiparticles (e.g. Bethe strings)</a:t>
                </a:r>
              </a:p>
              <a:p>
                <a:r>
                  <a:rPr lang="en-US" dirty="0"/>
                  <a:t>GHD: </a:t>
                </a:r>
              </a:p>
              <a:p>
                <a:pPr lvl="1"/>
                <a:r>
                  <a:rPr lang="en-US" dirty="0"/>
                  <a:t>Local equilibration to generalized Gibbs ensemble (GGE)</a:t>
                </a:r>
              </a:p>
              <a:p>
                <a:pPr lvl="1"/>
                <a:r>
                  <a:rPr lang="en-US" dirty="0"/>
                  <a:t>Continuity equations for conserved charges</a:t>
                </a:r>
              </a:p>
              <a:p>
                <a:pPr lvl="1"/>
                <a:r>
                  <a:rPr lang="en-US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935" t="-2035" r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b="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                                         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24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Decay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</a:t>
            </a:r>
            <a:r>
              <a:rPr lang="en-US" sz="3600" dirty="0" err="1"/>
              <a:t>Superuniversality</a:t>
            </a:r>
            <a:r>
              <a:rPr lang="en-US" sz="3600" dirty="0"/>
              <a:t>” of superdiffusion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r>
                  <a:rPr lang="en-US" sz="2400" dirty="0"/>
                  <a:t>Confirmed by numerics.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Non-integrable models are generally diffusive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dirty="0">
                    <a:solidFill>
                      <a:schemeClr val="accent1"/>
                    </a:solidFill>
                  </a:rPr>
                  <a:t>How does the timescale of diffusion onset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928" t="-2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528947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MPS Simulations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To characterize transport, we perform MPS simulations of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r>
                  <a:rPr lang="en-US" sz="2400" dirty="0"/>
                  <a:t>For very small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, initial state is almost the infinite temperature mixed state, with slight polarization in opposite directions in left/right half</a:t>
                </a:r>
              </a:p>
              <a:p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which measures the total magnetization that has transferred from the left to the right half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MPS Simulations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With an integrability breaking term in the Hamiltonian, we expect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to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By 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/>
                  <a:t> and performing fits on scanning windows over time, we can have an estimate for the time dependence of the dynamical exponent: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96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Returning to the question: How does the timescale of diffusion offset scale with the integrability breaking term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Naively, Fermi’s golden rule tells us that the scattering rate for quasiparticles in the two chains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(setting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Thus, we would expect that the timescale for onset of diffusion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54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>
                <a:normAutofit fontScale="90000"/>
              </a:bodyPr>
              <a:lstStyle/>
              <a:p>
                <a:pPr algn="ctr"/>
                <a:r>
                  <a:rPr lang="en-US" dirty="0"/>
                  <a:t>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MPS simulations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70588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9502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/>
              <a:lstStyle/>
              <a:p>
                <a:pPr algn="ctr"/>
                <a:r>
                  <a:rPr lang="en-US" dirty="0"/>
                  <a:t>Rescaling time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10588" b="-3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444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99461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these rung couplings, there is a clear scaling collapse that matches the prediction from Fermi’s golden rule considerations</a:t>
                </a:r>
              </a:p>
              <a:p>
                <a:r>
                  <a:rPr lang="en-US" dirty="0"/>
                  <a:t>The quasiparticles of the integrable, decoupled chains are classified in terms of Bethe strings with magnetization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owing to the total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 of the chains</a:t>
                </a:r>
              </a:p>
              <a:p>
                <a:r>
                  <a:rPr lang="en-US" dirty="0"/>
                  <a:t>The rung coupling terms break the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chain, i.e. magnetization in each chain is not separately conserved</a:t>
                </a:r>
              </a:p>
              <a:p>
                <a:r>
                  <a:rPr lang="en-US" dirty="0"/>
                  <a:t>Thus, we do not expect strict selection rules that constrain the allowed scattering matrix elements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913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4366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Question: Are there interactions we can consider that preserve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chain?</a:t>
                </a:r>
              </a:p>
              <a:p>
                <a:r>
                  <a:rPr lang="en-US" dirty="0"/>
                  <a:t>One possibility is a biquadratic term: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It turns out that adding this term to the ladder Hamiltonian with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restores integrability for </a:t>
                </a:r>
                <a:r>
                  <a:rPr lang="en-US" i="1" dirty="0"/>
                  <a:t>any </a:t>
                </a:r>
                <a:r>
                  <a:rPr lang="en-US" dirty="0"/>
                  <a:t>value of the rung coupling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(</a:t>
                </a:r>
                <a:r>
                  <a:rPr lang="en-US" dirty="0" err="1"/>
                  <a:t>Yupeng</a:t>
                </a:r>
                <a:r>
                  <a:rPr lang="en-US" dirty="0"/>
                  <a:t> Wang 1999)</a:t>
                </a:r>
              </a:p>
              <a:p>
                <a:r>
                  <a:rPr lang="en-US" dirty="0"/>
                  <a:t>At this point, the model has an enlarged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/>
                  <a:t> symmetry</a:t>
                </a:r>
              </a:p>
              <a:p>
                <a:r>
                  <a:rPr lang="en-US" dirty="0"/>
                  <a:t>Since this is an integrable model with a nonabelian symmetry, we still expect a superdiffusive critical exponent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9214" r="-724" b="-3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51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785753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Now, treating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as a perturbation from the two integrable points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=0,4</m:t>
                    </m:r>
                  </m:oMath>
                </a14:m>
                <a:r>
                  <a:rPr lang="en-US" dirty="0"/>
                  <a:t>), how does the onset of diffusion scale?</a:t>
                </a:r>
              </a:p>
              <a:p>
                <a:r>
                  <a:rPr lang="en-US" dirty="0"/>
                  <a:t>It has been argued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symmetry-preserving perturbations lead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-dependent scattering rates (De Nardis et al. 2021, McCarthy et al. 2024)</a:t>
                </a:r>
              </a:p>
              <a:p>
                <a:r>
                  <a:rPr lang="en-US" dirty="0"/>
                  <a:t>The Goldstone physics of the solitons in the Heisenberg chain leads to scattering rates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perturbations of strength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matching this rate with the intrinsic rate of decay of solitons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, one finds a crossover time scaling as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2168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8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609956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995269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These timescales are difficult to access with state-of-the-art MPS techniques</a:t>
                </a:r>
              </a:p>
              <a:p>
                <a:r>
                  <a:rPr lang="en-US" dirty="0"/>
                  <a:t>Qualitatively however, one clearly sees that superdiffusion is preserved for much longer timescales as compared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symmetry-breaking perturbations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409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currently working on analyzing how these time scales are affected by nonzero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i.e. away from infinite temperature</a:t>
                </a:r>
              </a:p>
              <a:p>
                <a:r>
                  <a:rPr lang="en-US" dirty="0"/>
                  <a:t>Initial simulations seem to indicate that for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leads to a </a:t>
                </a:r>
                <a:r>
                  <a:rPr lang="en-US" i="1" dirty="0"/>
                  <a:t>faster </a:t>
                </a:r>
                <a:r>
                  <a:rPr lang="en-US" dirty="0"/>
                  <a:t>onset of diffusion</a:t>
                </a:r>
              </a:p>
              <a:p>
                <a:r>
                  <a:rPr lang="en-US" dirty="0"/>
                  <a:t>For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suppresses</a:t>
                </a:r>
                <a:r>
                  <a:rPr lang="en-US" dirty="0"/>
                  <a:t> the onset of diffusion as the timescale for which </a:t>
                </a:r>
                <a:r>
                  <a:rPr lang="en-US" dirty="0" err="1"/>
                  <a:t>Luttinger</a:t>
                </a:r>
                <a:r>
                  <a:rPr lang="en-US" dirty="0"/>
                  <a:t> liquid behavior exists is longer (scaling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15295</TotalTime>
  <Words>1190</Words>
  <Application>Microsoft Office PowerPoint</Application>
  <PresentationFormat>Widescreen</PresentationFormat>
  <Paragraphs>127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Heisenberg ladder</vt:lpstr>
      <vt:lpstr>MPS Simulations</vt:lpstr>
      <vt:lpstr>MPS Simulations</vt:lpstr>
      <vt:lpstr>Fermi’s Golden Rule</vt:lpstr>
      <vt:lpstr>Plotting Δs(t) and z(t) from MPS simulations</vt:lpstr>
      <vt:lpstr>PowerPoint Presentation</vt:lpstr>
      <vt:lpstr>Rescaling time by 〖J^′〗^2 </vt:lpstr>
      <vt:lpstr>PowerPoint Presentation</vt:lpstr>
      <vt:lpstr>Fermi’s Golden Rule</vt:lpstr>
      <vt:lpstr>Other Perturbations</vt:lpstr>
      <vt:lpstr>PowerPoint Presentation</vt:lpstr>
      <vt:lpstr>Other Perturbations</vt:lpstr>
      <vt:lpstr>PowerPoint Presentation</vt:lpstr>
      <vt:lpstr>PowerPoint Presentation</vt:lpstr>
      <vt:lpstr>Other Perturbations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22</cp:revision>
  <dcterms:created xsi:type="dcterms:W3CDTF">2024-06-07T07:59:19Z</dcterms:created>
  <dcterms:modified xsi:type="dcterms:W3CDTF">2025-05-29T00:32:13Z</dcterms:modified>
</cp:coreProperties>
</file>