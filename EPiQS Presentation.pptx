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6" r:id="rId4"/>
    <p:sldId id="278" r:id="rId5"/>
    <p:sldId id="279" r:id="rId6"/>
    <p:sldId id="277" r:id="rId7"/>
    <p:sldId id="280" r:id="rId8"/>
    <p:sldId id="281" r:id="rId9"/>
    <p:sldId id="283" r:id="rId10"/>
    <p:sldId id="282" r:id="rId11"/>
    <p:sldId id="286" r:id="rId12"/>
    <p:sldId id="257" r:id="rId13"/>
    <p:sldId id="285" r:id="rId14"/>
    <p:sldId id="284" r:id="rId15"/>
    <p:sldId id="258" r:id="rId16"/>
    <p:sldId id="260" r:id="rId17"/>
    <p:sldId id="261" r:id="rId18"/>
    <p:sldId id="288" r:id="rId19"/>
    <p:sldId id="289" r:id="rId20"/>
    <p:sldId id="27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37" autoAdjust="0"/>
    <p:restoredTop sz="94688"/>
  </p:normalViewPr>
  <p:slideViewPr>
    <p:cSldViewPr snapToGrid="0">
      <p:cViewPr varScale="1">
        <p:scale>
          <a:sx n="91" d="100"/>
          <a:sy n="91" d="100"/>
        </p:scale>
        <p:origin x="6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E491-6C56-F8BC-1E9E-470B21498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09958B-D5BD-5D36-BDAE-9F4C1B2E8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8F75-CFE7-E086-BDE8-BB6C46A7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503E0-8E76-7D5B-ACF1-F8CECB180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7E0C7-538D-E7C1-C859-D2A006AA2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440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00D1-8A36-D39E-9C65-0A1163B29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1115A-E1A8-6F3C-8BC5-D88DA7E90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5C606-3492-735A-2B2D-5A041A1D7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1AB3C-E6E9-5391-2CD3-B40B44C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02991-33EF-B23E-9434-A6632B5C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1952E-5865-C5D7-CE32-5478B1756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1CD25-18EB-E9FE-F4CD-C3CC73F1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A9580-8A3F-BAF7-0BFE-5E81E1F0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C524B-F1B7-74DE-2AAD-24F395E74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BAF55-539E-CA94-3737-405A79A7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955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9EDDA-31A3-B1E6-4982-89FEE5EA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8F258-249F-79DF-3637-25A5F2EF7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CB020-3BCC-7FA0-500D-C545D3E5DD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968DC-B54A-EBD2-9205-A6A178B5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92483-F2D3-B292-7567-CBCA0CEB5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4B887E-1184-C35B-EA7E-1D4BC37F3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91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72179-B63B-6590-A673-CBBDF198B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7673A-42FA-D1B7-ADB0-2DA5A12E1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1CB50-71EB-217E-A948-166765947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74B7B-8B64-93BD-FD4B-FCE76EEC5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EE8700-4E21-7787-4C86-FACCE63DE5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0C965F-A7C6-AD16-DF8C-4D951C75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9B28-B9FF-BCBC-05FA-918DC737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6223C-144F-DA4C-247F-CF7338C18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06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4781B-5C7D-CB9C-7A03-A83C44BC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089D54-C61E-DE9E-07F7-C0987B48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7B6C-61DB-BF59-D6F7-9614F453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D93EB-5C44-E723-F284-16C54D48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049095-3E6D-2F04-BD52-E2EE02239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A27959-F38B-3940-7476-41CB18108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DAA4-2729-D37C-F227-68795E24A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74CE6-CFB5-57EC-7727-99AE1D6E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5C998-894D-CF6C-F22A-A527D6B6D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76F97-4F7F-3289-F2BE-2BB802ED0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376E59-4990-B846-7D36-5F6731C51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CAAAD-6EE7-8320-EE47-3D43B6C65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AF2A1-4252-4E98-AA0B-15B180D8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10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FE810-F761-6A8D-AF26-2BB6950B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A63988-03F6-F5A9-67D1-16CACDEE46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175BB-9B75-8F23-5923-D45F2D9ED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B59538-1A75-18CD-CB01-026F5838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2EA13-8233-0AA3-72B4-D1BACBC85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C62B0-9901-2632-A19F-CAA55AE9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08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3345-63E9-339B-F641-273224B7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8A55F-96AB-6A00-1C72-EA291EA3B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312C-4C55-A389-EB72-5455A672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8511D-9847-880C-2722-8EF86F37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82510-1896-953F-3F03-9183196F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28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D9575-2404-EE01-0562-141DEDB83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A3047-57E0-6678-A407-344AC03C6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A2228-4930-0888-227C-C385188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2598-2257-665A-A1BF-50CB474B7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48367-819D-2900-BBD8-23576EF0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74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06499-CFAA-C994-4E25-83ED1E06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1B61D-1805-8ABA-0816-0240DF798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1452C-35CC-6DA9-3FBE-B79A0C59D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6E810-B850-E246-B0DE-F696C472EDD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F8117-1E73-8D4E-A137-0B87929F4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FFB0C-1CDC-8D11-183E-FE91E0626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78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6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6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7462" y="1012111"/>
            <a:ext cx="10237076" cy="3110570"/>
          </a:xfrm>
        </p:spPr>
        <p:txBody>
          <a:bodyPr>
            <a:normAutofit/>
          </a:bodyPr>
          <a:lstStyle/>
          <a:p>
            <a:r>
              <a:rPr lang="en-US" sz="4400" dirty="0"/>
              <a:t>Breakdown of Superdiffusion in Perturbed Quantum Integrable Spin</a:t>
            </a:r>
            <a:br>
              <a:rPr lang="en-US" sz="4400" dirty="0"/>
            </a:br>
            <a:r>
              <a:rPr lang="en-US" sz="4400" dirty="0"/>
              <a:t>Chains and Ladders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5719"/>
            <a:ext cx="9144000" cy="1655762"/>
          </a:xfrm>
        </p:spPr>
        <p:txBody>
          <a:bodyPr/>
          <a:lstStyle/>
          <a:p>
            <a:r>
              <a:rPr lang="en-US" dirty="0"/>
              <a:t>Kevin Wang, Joel Moore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conserved charges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390" t="-1961" r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B738DD6-6D0A-A9D8-5DB1-D02489CEC390}"/>
              </a:ext>
            </a:extLst>
          </p:cNvPr>
          <p:cNvGrpSpPr/>
          <p:nvPr/>
        </p:nvGrpSpPr>
        <p:grpSpPr>
          <a:xfrm>
            <a:off x="7265475" y="1492189"/>
            <a:ext cx="4088325" cy="3873621"/>
            <a:chOff x="7265475" y="1492189"/>
            <a:chExt cx="4088325" cy="387362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7C207BC-0287-2024-35F8-F3DA12818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65475" y="1492189"/>
              <a:ext cx="4088325" cy="387362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/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blipFill>
                  <a:blip r:embed="rId4"/>
                  <a:stretch>
                    <a:fillRect r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165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28233C-94EE-975B-D6BC-31EFA6E04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048" y="2048423"/>
            <a:ext cx="5349725" cy="330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418434-E62E-03FC-9169-06D3025C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490" y="3097891"/>
            <a:ext cx="4457020" cy="296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Generically, GHD predicts </a:t>
                </a:r>
                <a:r>
                  <a:rPr lang="en-US" i="1" dirty="0"/>
                  <a:t>ballistic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transport</a:t>
                </a:r>
              </a:p>
              <a:p>
                <a:r>
                  <a:rPr lang="en-US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sub-ballistic transport</a:t>
                </a:r>
              </a:p>
              <a:p>
                <a:r>
                  <a:rPr lang="en-US" dirty="0"/>
                  <a:t>Spin transport of XXZ Chain at half-filling</a:t>
                </a:r>
              </a:p>
              <a:p>
                <a:pPr lvl="1"/>
                <a:r>
                  <a:rPr lang="en-US" dirty="0"/>
                  <a:t>Easy-plane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ballistic</a:t>
                </a:r>
              </a:p>
              <a:p>
                <a:pPr lvl="1"/>
                <a:r>
                  <a:rPr lang="en-US" dirty="0"/>
                  <a:t>Easy-axis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diffusive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b="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0" dirty="0">
                    <a:ea typeface="Cambria Math" panose="02040503050406030204" pitchFamily="18" charset="0"/>
                  </a:rPr>
                  <a:t>                                          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24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Decay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</a:t>
            </a:r>
            <a:r>
              <a:rPr lang="en-US" sz="3600" dirty="0" err="1"/>
              <a:t>Superuniversality</a:t>
            </a:r>
            <a:r>
              <a:rPr lang="en-US" sz="3600" dirty="0"/>
              <a:t>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r>
                  <a:rPr lang="en-US" sz="2400" dirty="0"/>
                  <a:t>Confirmed by numerics.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diffusion onset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68116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681163"/>
                <a:ext cx="5157787" cy="454764"/>
              </a:xfrm>
              <a:blipFill>
                <a:blip r:embed="rId2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23364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233649"/>
                <a:ext cx="5157787" cy="3956014"/>
              </a:xfrm>
              <a:blipFill>
                <a:blip r:embed="rId3"/>
                <a:stretch>
                  <a:fillRect l="-1769" t="-1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68116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681163"/>
                <a:ext cx="5183188" cy="454764"/>
              </a:xfr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23364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233649"/>
                <a:ext cx="5183188" cy="3956014"/>
              </a:xfrm>
              <a:blipFill>
                <a:blip r:embed="rId5"/>
                <a:stretch>
                  <a:fillRect l="-1761" t="-1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2"/>
                <a:stretch>
                  <a:fillRect l="-928" t="-2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528947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(2)×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blipFill>
                <a:blip r:embed="rId2"/>
                <a:stretch>
                  <a:fillRect l="-928" t="-1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blipFill>
                <a:blip r:embed="rId2"/>
                <a:stretch>
                  <a:fillRect l="-928" t="-1849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83034823-1B7F-C83F-0CDC-5C1A8C3B1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8756" y="2734471"/>
            <a:ext cx="7274488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(2)×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550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0BB745-B13F-056E-4AE3-B6829C7F0341}"/>
                  </a:ext>
                </a:extLst>
              </p:cNvPr>
              <p:cNvSpPr txBox="1"/>
              <p:nvPr/>
            </p:nvSpPr>
            <p:spPr>
              <a:xfrm>
                <a:off x="3231811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0BB745-B13F-056E-4AE3-B6829C7F0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1811" y="5765508"/>
                <a:ext cx="1396030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A18A313-D604-D2FA-D585-DCF38486CFA9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A18A313-D604-D2FA-D585-DCF38486C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BBB1A8F-E894-2759-4021-530E91AB4C1E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-invariant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BBB1A8F-E894-2759-4021-530E91AB4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Superuniversal</a:t>
            </a:r>
            <a:r>
              <a:rPr lang="en-US" sz="3600" dirty="0"/>
              <a:t> 𝐺-invariant behavior?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72D84-C56A-00AA-1AF8-D01317FA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3555"/>
            <a:ext cx="10515600" cy="461340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5E454-FB9C-96D4-3004-DC6AB75C5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16018</TotalTime>
  <Words>884</Words>
  <Application>Microsoft Office PowerPoint</Application>
  <PresentationFormat>Widescreen</PresentationFormat>
  <Paragraphs>149</Paragraphs>
  <Slides>20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Cambria Math</vt:lpstr>
      <vt:lpstr>Office Theme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30</cp:revision>
  <dcterms:created xsi:type="dcterms:W3CDTF">2024-06-07T07:59:19Z</dcterms:created>
  <dcterms:modified xsi:type="dcterms:W3CDTF">2025-06-02T17:34:45Z</dcterms:modified>
</cp:coreProperties>
</file>